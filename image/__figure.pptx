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2" r:id="rId5"/>
    <p:sldId id="259" r:id="rId6"/>
    <p:sldId id="261" r:id="rId7"/>
    <p:sldId id="264" r:id="rId8"/>
    <p:sldId id="260" r:id="rId9"/>
    <p:sldId id="263" r:id="rId10"/>
    <p:sldId id="273" r:id="rId11"/>
    <p:sldId id="265" r:id="rId12"/>
    <p:sldId id="266" r:id="rId13"/>
    <p:sldId id="267" r:id="rId14"/>
    <p:sldId id="268" r:id="rId15"/>
    <p:sldId id="274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00FF"/>
    <a:srgbClr val="FFFF00"/>
    <a:srgbClr val="0000FF"/>
    <a:srgbClr val="00FF00"/>
    <a:srgbClr val="FF0000"/>
    <a:srgbClr val="A86DD5"/>
    <a:srgbClr val="DEC7EF"/>
    <a:srgbClr val="D8BEEC"/>
    <a:srgbClr val="D6B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59" autoAdjust="0"/>
    <p:restoredTop sz="94128" autoAdjust="0"/>
  </p:normalViewPr>
  <p:slideViewPr>
    <p:cSldViewPr snapToGrid="0">
      <p:cViewPr varScale="1">
        <p:scale>
          <a:sx n="114" d="100"/>
          <a:sy n="114" d="100"/>
        </p:scale>
        <p:origin x="59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D44D3C-7B34-42CB-828F-0C0414A04C86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53664B-39EE-4897-A318-780AA818FA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610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53664B-39EE-4897-A318-780AA818FA4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6105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98AE82-96B8-729E-5B0B-D97FBB3596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31B6F02-10B8-C281-9389-D228B35CFC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6A2494-1542-E083-49F6-9A51D1DA2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B054C-31BE-43D1-AA91-1818FC0F9688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4B05AF-80D5-19B1-496C-2A224C4B2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51CD79-0305-D9C0-5F83-28BFD07E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98EF4-3ACD-41DF-BB45-52A127BC4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650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0F2F77-6659-04C4-0E06-F07F743CF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7124F1-6518-FCE4-DD3E-902F5D545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DE738A-8D59-A8F5-8A83-672E5494B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B054C-31BE-43D1-AA91-1818FC0F9688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17AA11-453F-D413-1C97-E17759210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82D5AE-CA5F-DAE3-F750-5D5108B19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98EF4-3ACD-41DF-BB45-52A127BC4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1333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641A61-25CA-AA5B-FB21-C7471E7F9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A120FE-5216-0F0D-CD45-C8DEE0A4B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A8490A-4BEF-30C3-12AC-2C698373E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B054C-31BE-43D1-AA91-1818FC0F9688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D52C63-1C7C-1B9D-C45B-DF977CD32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E04887-B84F-CC92-9484-406DCBFA4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98EF4-3ACD-41DF-BB45-52A127BC4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7692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F68C2F-20D8-344E-BA5E-FD9002350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ED4845-5622-8DC1-C246-BE9DFC849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4FBE4AB-430E-EC57-DF39-E36AE62A77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5BEECC-652F-1454-D4D2-10F2D5E3E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B054C-31BE-43D1-AA91-1818FC0F9688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23D0A6-9739-CDCD-BAB1-CEC5AEF1E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61A55D-3399-8784-1C11-A43604D9D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98EF4-3ACD-41DF-BB45-52A127BC4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674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9C86EE-DFDF-F886-89E6-4A6F65EF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8E10EC-E674-36B5-EC34-582A8E560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F7D984B-4CED-50D4-14BB-C5A9F42EAC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8C57000-7575-5E9E-E314-18761D5810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65BE67D-38D0-F6D9-1E20-7D80EC8D81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A00C968-3FB6-5F63-819B-BC95DCA1C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B054C-31BE-43D1-AA91-1818FC0F9688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CB1774F-EB00-79C3-BB6E-37F434B06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2E20E6B-56B5-2B3A-A76D-3251F9110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98EF4-3ACD-41DF-BB45-52A127BC4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9185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0EAB6E-9A4C-5991-984C-99A162341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01A3172-ED7D-A7A6-DEB8-8224CE4F0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B054C-31BE-43D1-AA91-1818FC0F9688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3F07E6F-D738-1BB9-8782-00A99760F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A202C3E-35E0-3107-9515-F458BF668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98EF4-3ACD-41DF-BB45-52A127BC4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438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5573771-F4C5-C04B-71A3-AF55E0725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B054C-31BE-43D1-AA91-1818FC0F9688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5CC20EE-BFF6-5011-6732-B21AA7F31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63BE5F-3DB2-9214-7B98-27C2B02F8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98EF4-3ACD-41DF-BB45-52A127BC4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750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EC61D6-AA8E-E7E9-E026-2D3B51E51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2DDD93-A641-A037-D8C7-C80BF506E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6C87A95-C7CA-7089-BA39-3BE65B2F55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932254-5B85-4C07-BB6B-9881AAD92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B054C-31BE-43D1-AA91-1818FC0F9688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07C2DF-B9C8-CDCD-612D-85EC32805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09CBB1-0515-75E5-2D1F-C106ED64E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98EF4-3ACD-41DF-BB45-52A127BC4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8327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BCB5BF-7D36-A41B-784A-89799995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89DEA88-B479-657B-CEFC-F943C24CD5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220FE8F-2770-33DD-015D-D0007A23AD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655603-6359-A6C7-E5EC-8BC192570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B054C-31BE-43D1-AA91-1818FC0F9688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933C76-A10F-F630-5F99-39E053B1C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513470-E0E9-B380-937E-C2DCCE3C3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98EF4-3ACD-41DF-BB45-52A127BC4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401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0CE696-1887-12C6-1915-5FDA24D46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244A084-7E75-19E5-FA38-0461B1C617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A41633-930F-7FD0-0989-D6CF1AB11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B054C-31BE-43D1-AA91-1818FC0F9688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133975-0738-FAD7-9499-945EC85D6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2B926F-75E5-435A-D5D6-FC34DDA67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98EF4-3ACD-41DF-BB45-52A127BC4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706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B16EDCE-01FF-4DDA-C103-10BCCCB73C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C02FAA-BA6D-7EE3-4776-4D4EAF1C45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D68F0F-B2E0-D919-C605-5D76B480F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B054C-31BE-43D1-AA91-1818FC0F9688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C5DA07-5F0C-3F09-9853-576BB11D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EA3877-3292-1B63-699C-0D93A502E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98EF4-3ACD-41DF-BB45-52A127BC4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8499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E46B996-9266-3958-14B8-12397CEBB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3CB531-0ECC-B925-8D47-FA9779C65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8261DE-CAA4-D7EF-A475-A39FDA3888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B054C-31BE-43D1-AA91-1818FC0F9688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2EC472-5753-6E50-0220-B735703E2D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AC8EB6-3D06-A31F-7158-1F4CAAB503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498EF4-3ACD-41DF-BB45-52A127BC4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0304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84853F-8532-32D1-EF6A-7EB3605202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D67F155-4739-9090-944E-687A8951F6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6378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FCF57B2-0AF3-11C6-35D9-4B9E070A825B}"/>
              </a:ext>
            </a:extLst>
          </p:cNvPr>
          <p:cNvGrpSpPr/>
          <p:nvPr/>
        </p:nvGrpSpPr>
        <p:grpSpPr>
          <a:xfrm>
            <a:off x="300707" y="256514"/>
            <a:ext cx="11369806" cy="5731536"/>
            <a:chOff x="300707" y="256514"/>
            <a:chExt cx="11369806" cy="5731536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E67D2046-5489-8AC6-7D1E-75C31AB8612F}"/>
                </a:ext>
              </a:extLst>
            </p:cNvPr>
            <p:cNvSpPr/>
            <p:nvPr/>
          </p:nvSpPr>
          <p:spPr>
            <a:xfrm>
              <a:off x="300708" y="256514"/>
              <a:ext cx="11369805" cy="95157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用户程序（逐像素</a:t>
              </a:r>
              <a:r>
                <a:rPr lang="zh-CN" altLang="en-US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链表缓冲）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4B7EB26-427C-986D-82E8-6462E4891F47}"/>
                </a:ext>
              </a:extLst>
            </p:cNvPr>
            <p:cNvSpPr/>
            <p:nvPr/>
          </p:nvSpPr>
          <p:spPr>
            <a:xfrm>
              <a:off x="300708" y="3469186"/>
              <a:ext cx="5382073" cy="1061688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内存池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D4FA2733-5E79-B55E-255B-62AF9147C7A2}"/>
                </a:ext>
              </a:extLst>
            </p:cNvPr>
            <p:cNvSpPr/>
            <p:nvPr/>
          </p:nvSpPr>
          <p:spPr>
            <a:xfrm>
              <a:off x="496068" y="3630282"/>
              <a:ext cx="369335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93BB88C5-8153-CCC6-AA01-E461D907D280}"/>
                </a:ext>
              </a:extLst>
            </p:cNvPr>
            <p:cNvSpPr/>
            <p:nvPr/>
          </p:nvSpPr>
          <p:spPr>
            <a:xfrm>
              <a:off x="999204" y="3630282"/>
              <a:ext cx="369335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D6CFE7C-4CEB-17F1-7EA1-E6829530439F}"/>
                </a:ext>
              </a:extLst>
            </p:cNvPr>
            <p:cNvSpPr/>
            <p:nvPr/>
          </p:nvSpPr>
          <p:spPr>
            <a:xfrm>
              <a:off x="1506262" y="3630282"/>
              <a:ext cx="369335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0B0A3FB8-C466-2F0F-95F7-C3E7A6010B0B}"/>
                </a:ext>
              </a:extLst>
            </p:cNvPr>
            <p:cNvSpPr/>
            <p:nvPr/>
          </p:nvSpPr>
          <p:spPr>
            <a:xfrm>
              <a:off x="2013320" y="3626239"/>
              <a:ext cx="369335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CB3A0124-9256-CD9A-CB24-328BE9A6E97B}"/>
                </a:ext>
              </a:extLst>
            </p:cNvPr>
            <p:cNvSpPr/>
            <p:nvPr/>
          </p:nvSpPr>
          <p:spPr>
            <a:xfrm>
              <a:off x="3020584" y="3626239"/>
              <a:ext cx="369335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C49E4A7D-BF90-1E66-B760-AD767DC7B60B}"/>
                </a:ext>
              </a:extLst>
            </p:cNvPr>
            <p:cNvSpPr/>
            <p:nvPr/>
          </p:nvSpPr>
          <p:spPr>
            <a:xfrm>
              <a:off x="2513526" y="3630282"/>
              <a:ext cx="369335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59E1A452-886C-4A31-EEBE-F8A5979943C0}"/>
                </a:ext>
              </a:extLst>
            </p:cNvPr>
            <p:cNvGrpSpPr/>
            <p:nvPr/>
          </p:nvGrpSpPr>
          <p:grpSpPr>
            <a:xfrm>
              <a:off x="300708" y="1862079"/>
              <a:ext cx="1607872" cy="964518"/>
              <a:chOff x="300708" y="3713597"/>
              <a:chExt cx="1607872" cy="964518"/>
            </a:xfrm>
          </p:grpSpPr>
          <p:sp>
            <p:nvSpPr>
              <p:cNvPr id="6" name="矩形: 圆角 5">
                <a:extLst>
                  <a:ext uri="{FF2B5EF4-FFF2-40B4-BE49-F238E27FC236}">
                    <a16:creationId xmlns:a16="http://schemas.microsoft.com/office/drawing/2014/main" id="{35EB6432-CAAA-E16C-4CC8-AB707D053304}"/>
                  </a:ext>
                </a:extLst>
              </p:cNvPr>
              <p:cNvSpPr/>
              <p:nvPr/>
            </p:nvSpPr>
            <p:spPr>
              <a:xfrm>
                <a:off x="300708" y="3713597"/>
                <a:ext cx="1607872" cy="964518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分配器</a:t>
                </a:r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5D2F10B4-4369-7E41-4CAB-946D1972D607}"/>
                  </a:ext>
                </a:extLst>
              </p:cNvPr>
              <p:cNvSpPr/>
              <p:nvPr/>
            </p:nvSpPr>
            <p:spPr>
              <a:xfrm>
                <a:off x="968519" y="3868861"/>
                <a:ext cx="369335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C0189B32-7CC9-293E-A230-0CDBE6A4751E}"/>
                  </a:ext>
                </a:extLst>
              </p:cNvPr>
              <p:cNvSpPr/>
              <p:nvPr/>
            </p:nvSpPr>
            <p:spPr>
              <a:xfrm>
                <a:off x="461461" y="3872904"/>
                <a:ext cx="369335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37656C17-62C1-E8DA-8273-F12F8A614EA4}"/>
                  </a:ext>
                </a:extLst>
              </p:cNvPr>
              <p:cNvSpPr txBox="1"/>
              <p:nvPr/>
            </p:nvSpPr>
            <p:spPr>
              <a:xfrm>
                <a:off x="1460296" y="3868861"/>
                <a:ext cx="3467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1C296697-1F58-E9B2-2EEC-AAA64E35E6D3}"/>
                </a:ext>
              </a:extLst>
            </p:cNvPr>
            <p:cNvGrpSpPr/>
            <p:nvPr/>
          </p:nvGrpSpPr>
          <p:grpSpPr>
            <a:xfrm>
              <a:off x="2187808" y="1862079"/>
              <a:ext cx="1607872" cy="964518"/>
              <a:chOff x="300708" y="3713597"/>
              <a:chExt cx="1607872" cy="964518"/>
            </a:xfrm>
          </p:grpSpPr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8C5C5931-FD13-1C1A-9C2C-FFC2A5EE5189}"/>
                  </a:ext>
                </a:extLst>
              </p:cNvPr>
              <p:cNvSpPr/>
              <p:nvPr/>
            </p:nvSpPr>
            <p:spPr>
              <a:xfrm>
                <a:off x="300708" y="3713597"/>
                <a:ext cx="1607872" cy="964518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分配器</a:t>
                </a:r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95BDA173-ED46-DAFF-F727-9B34466F95F1}"/>
                  </a:ext>
                </a:extLst>
              </p:cNvPr>
              <p:cNvSpPr/>
              <p:nvPr/>
            </p:nvSpPr>
            <p:spPr>
              <a:xfrm>
                <a:off x="968519" y="3868861"/>
                <a:ext cx="369335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0D44379F-C648-6AF3-4F8C-85CE3A808349}"/>
                  </a:ext>
                </a:extLst>
              </p:cNvPr>
              <p:cNvSpPr/>
              <p:nvPr/>
            </p:nvSpPr>
            <p:spPr>
              <a:xfrm>
                <a:off x="461461" y="3872904"/>
                <a:ext cx="369335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53535C4A-99A5-9DCD-8BEC-DA3FD3CC0DDB}"/>
                  </a:ext>
                </a:extLst>
              </p:cNvPr>
              <p:cNvSpPr txBox="1"/>
              <p:nvPr/>
            </p:nvSpPr>
            <p:spPr>
              <a:xfrm>
                <a:off x="1460296" y="3868861"/>
                <a:ext cx="3467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565DE98F-FE2A-7A15-8F6E-3E9AAD8B6BC6}"/>
                </a:ext>
              </a:extLst>
            </p:cNvPr>
            <p:cNvGrpSpPr/>
            <p:nvPr/>
          </p:nvGrpSpPr>
          <p:grpSpPr>
            <a:xfrm>
              <a:off x="4060336" y="1862079"/>
              <a:ext cx="1607872" cy="964518"/>
              <a:chOff x="300708" y="3713597"/>
              <a:chExt cx="1607872" cy="964518"/>
            </a:xfrm>
          </p:grpSpPr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6EF7667B-AEAC-D9FA-ABBB-3E38D3A7B99E}"/>
                  </a:ext>
                </a:extLst>
              </p:cNvPr>
              <p:cNvSpPr/>
              <p:nvPr/>
            </p:nvSpPr>
            <p:spPr>
              <a:xfrm>
                <a:off x="300708" y="3713597"/>
                <a:ext cx="1607872" cy="964518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分配器</a:t>
                </a:r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AA2E5605-B09A-E690-A42B-75B343D6E1CD}"/>
                  </a:ext>
                </a:extLst>
              </p:cNvPr>
              <p:cNvSpPr/>
              <p:nvPr/>
            </p:nvSpPr>
            <p:spPr>
              <a:xfrm>
                <a:off x="968519" y="3868861"/>
                <a:ext cx="369335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EF0934BF-ADD4-9807-5B45-AFD465FA58B0}"/>
                  </a:ext>
                </a:extLst>
              </p:cNvPr>
              <p:cNvSpPr/>
              <p:nvPr/>
            </p:nvSpPr>
            <p:spPr>
              <a:xfrm>
                <a:off x="461461" y="3872904"/>
                <a:ext cx="369335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86C4D148-C903-23CB-476B-B35B7EC4B455}"/>
                  </a:ext>
                </a:extLst>
              </p:cNvPr>
              <p:cNvSpPr txBox="1"/>
              <p:nvPr/>
            </p:nvSpPr>
            <p:spPr>
              <a:xfrm>
                <a:off x="1460296" y="3868861"/>
                <a:ext cx="3467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F54C7111-499E-1CC3-A101-CEBDEF62D1A8}"/>
                </a:ext>
              </a:extLst>
            </p:cNvPr>
            <p:cNvSpPr/>
            <p:nvPr/>
          </p:nvSpPr>
          <p:spPr>
            <a:xfrm>
              <a:off x="4020997" y="3626239"/>
              <a:ext cx="369335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CACD2C65-7EC1-D2D9-7E90-F15D0774AC42}"/>
                </a:ext>
              </a:extLst>
            </p:cNvPr>
            <p:cNvSpPr/>
            <p:nvPr/>
          </p:nvSpPr>
          <p:spPr>
            <a:xfrm>
              <a:off x="3513939" y="3630282"/>
              <a:ext cx="369335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D325A919-5094-5452-25C7-3FB8B1E2E90E}"/>
                </a:ext>
              </a:extLst>
            </p:cNvPr>
            <p:cNvSpPr txBox="1"/>
            <p:nvPr/>
          </p:nvSpPr>
          <p:spPr>
            <a:xfrm>
              <a:off x="4512774" y="3626239"/>
              <a:ext cx="3467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箭头: 上下 48">
              <a:extLst>
                <a:ext uri="{FF2B5EF4-FFF2-40B4-BE49-F238E27FC236}">
                  <a16:creationId xmlns:a16="http://schemas.microsoft.com/office/drawing/2014/main" id="{97728FF7-50B9-5E1D-A134-76018A3AE709}"/>
                </a:ext>
              </a:extLst>
            </p:cNvPr>
            <p:cNvSpPr/>
            <p:nvPr/>
          </p:nvSpPr>
          <p:spPr>
            <a:xfrm>
              <a:off x="985953" y="2882803"/>
              <a:ext cx="197918" cy="530177"/>
            </a:xfrm>
            <a:prstGeom prst="upDownArrow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箭头: 上下 49">
              <a:extLst>
                <a:ext uri="{FF2B5EF4-FFF2-40B4-BE49-F238E27FC236}">
                  <a16:creationId xmlns:a16="http://schemas.microsoft.com/office/drawing/2014/main" id="{4046A154-3F48-7411-C388-D162DD2FD7BA}"/>
                </a:ext>
              </a:extLst>
            </p:cNvPr>
            <p:cNvSpPr/>
            <p:nvPr/>
          </p:nvSpPr>
          <p:spPr>
            <a:xfrm>
              <a:off x="2892785" y="2880221"/>
              <a:ext cx="197918" cy="530177"/>
            </a:xfrm>
            <a:prstGeom prst="upDownArrow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箭头: 上下 50">
              <a:extLst>
                <a:ext uri="{FF2B5EF4-FFF2-40B4-BE49-F238E27FC236}">
                  <a16:creationId xmlns:a16="http://schemas.microsoft.com/office/drawing/2014/main" id="{CF494CAB-F639-A979-E4EF-E9910D8BFFDF}"/>
                </a:ext>
              </a:extLst>
            </p:cNvPr>
            <p:cNvSpPr/>
            <p:nvPr/>
          </p:nvSpPr>
          <p:spPr>
            <a:xfrm>
              <a:off x="4760552" y="2880220"/>
              <a:ext cx="197918" cy="530177"/>
            </a:xfrm>
            <a:prstGeom prst="upDownArrow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箭头: 上下 79">
              <a:extLst>
                <a:ext uri="{FF2B5EF4-FFF2-40B4-BE49-F238E27FC236}">
                  <a16:creationId xmlns:a16="http://schemas.microsoft.com/office/drawing/2014/main" id="{5E3CE2DE-F5D6-B3C3-69F5-D7DBD71BF7B0}"/>
                </a:ext>
              </a:extLst>
            </p:cNvPr>
            <p:cNvSpPr/>
            <p:nvPr/>
          </p:nvSpPr>
          <p:spPr>
            <a:xfrm>
              <a:off x="999204" y="1283125"/>
              <a:ext cx="197918" cy="530177"/>
            </a:xfrm>
            <a:prstGeom prst="upDownArrow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箭头: 上下 80">
              <a:extLst>
                <a:ext uri="{FF2B5EF4-FFF2-40B4-BE49-F238E27FC236}">
                  <a16:creationId xmlns:a16="http://schemas.microsoft.com/office/drawing/2014/main" id="{153A5553-558E-A76B-BF9E-9D74EF1A80E9}"/>
                </a:ext>
              </a:extLst>
            </p:cNvPr>
            <p:cNvSpPr/>
            <p:nvPr/>
          </p:nvSpPr>
          <p:spPr>
            <a:xfrm>
              <a:off x="2906036" y="1280543"/>
              <a:ext cx="197918" cy="530177"/>
            </a:xfrm>
            <a:prstGeom prst="upDownArrow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箭头: 上下 81">
              <a:extLst>
                <a:ext uri="{FF2B5EF4-FFF2-40B4-BE49-F238E27FC236}">
                  <a16:creationId xmlns:a16="http://schemas.microsoft.com/office/drawing/2014/main" id="{A90E52BC-39BA-E3A6-A208-CC2801472249}"/>
                </a:ext>
              </a:extLst>
            </p:cNvPr>
            <p:cNvSpPr/>
            <p:nvPr/>
          </p:nvSpPr>
          <p:spPr>
            <a:xfrm>
              <a:off x="4773803" y="1280542"/>
              <a:ext cx="197918" cy="530177"/>
            </a:xfrm>
            <a:prstGeom prst="upDownArrow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14E3EF6B-C0A3-490C-C74D-5DE5190D7EF1}"/>
                </a:ext>
              </a:extLst>
            </p:cNvPr>
            <p:cNvSpPr/>
            <p:nvPr/>
          </p:nvSpPr>
          <p:spPr>
            <a:xfrm>
              <a:off x="1245660" y="3022430"/>
              <a:ext cx="245757" cy="2457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F0562044-5217-E6EC-1D99-012E0DF94783}"/>
                </a:ext>
              </a:extLst>
            </p:cNvPr>
            <p:cNvSpPr/>
            <p:nvPr/>
          </p:nvSpPr>
          <p:spPr>
            <a:xfrm>
              <a:off x="3153018" y="3019614"/>
              <a:ext cx="245757" cy="2457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1A90A511-A747-0A0D-735B-B6440627571F}"/>
                </a:ext>
              </a:extLst>
            </p:cNvPr>
            <p:cNvSpPr/>
            <p:nvPr/>
          </p:nvSpPr>
          <p:spPr>
            <a:xfrm>
              <a:off x="5022128" y="3023717"/>
              <a:ext cx="245757" cy="2457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CBCF6F0A-C782-D76B-6611-93D0480A4C07}"/>
                </a:ext>
              </a:extLst>
            </p:cNvPr>
            <p:cNvSpPr/>
            <p:nvPr/>
          </p:nvSpPr>
          <p:spPr>
            <a:xfrm>
              <a:off x="1245660" y="1507074"/>
              <a:ext cx="245757" cy="7656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7DAFB991-01A8-ED6D-E1FD-9BAC784760C1}"/>
                </a:ext>
              </a:extLst>
            </p:cNvPr>
            <p:cNvSpPr/>
            <p:nvPr/>
          </p:nvSpPr>
          <p:spPr>
            <a:xfrm>
              <a:off x="3154754" y="1500852"/>
              <a:ext cx="245757" cy="7656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C5B20F1A-8C9B-16FA-3FBC-3CB5BECF360E}"/>
                </a:ext>
              </a:extLst>
            </p:cNvPr>
            <p:cNvSpPr/>
            <p:nvPr/>
          </p:nvSpPr>
          <p:spPr>
            <a:xfrm>
              <a:off x="5020549" y="1507074"/>
              <a:ext cx="245757" cy="7656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矩形: 圆角 97">
              <a:extLst>
                <a:ext uri="{FF2B5EF4-FFF2-40B4-BE49-F238E27FC236}">
                  <a16:creationId xmlns:a16="http://schemas.microsoft.com/office/drawing/2014/main" id="{095F9BF9-2D45-DDB2-1B5F-A0E65B25001A}"/>
                </a:ext>
              </a:extLst>
            </p:cNvPr>
            <p:cNvSpPr/>
            <p:nvPr/>
          </p:nvSpPr>
          <p:spPr>
            <a:xfrm>
              <a:off x="6288440" y="3469186"/>
              <a:ext cx="5382073" cy="1061688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内存池</a:t>
              </a:r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A4CC8AF3-0F26-573F-E6E5-A9B1E7CB4D17}"/>
                </a:ext>
              </a:extLst>
            </p:cNvPr>
            <p:cNvSpPr/>
            <p:nvPr/>
          </p:nvSpPr>
          <p:spPr>
            <a:xfrm>
              <a:off x="6483800" y="3630282"/>
              <a:ext cx="369335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4497B3CD-C432-37AA-3485-F5D92D267F27}"/>
                </a:ext>
              </a:extLst>
            </p:cNvPr>
            <p:cNvSpPr/>
            <p:nvPr/>
          </p:nvSpPr>
          <p:spPr>
            <a:xfrm>
              <a:off x="6986936" y="3630282"/>
              <a:ext cx="369335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E975DDC7-FF28-177C-02FD-D3774C8C07EC}"/>
                </a:ext>
              </a:extLst>
            </p:cNvPr>
            <p:cNvSpPr/>
            <p:nvPr/>
          </p:nvSpPr>
          <p:spPr>
            <a:xfrm>
              <a:off x="7493994" y="3630282"/>
              <a:ext cx="369335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E162BF3F-78A9-5E70-EF72-A4560C90961F}"/>
                </a:ext>
              </a:extLst>
            </p:cNvPr>
            <p:cNvSpPr/>
            <p:nvPr/>
          </p:nvSpPr>
          <p:spPr>
            <a:xfrm>
              <a:off x="8001052" y="3626239"/>
              <a:ext cx="369335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8B006B09-0FB7-75C1-8EE4-07E971EDCFAB}"/>
                </a:ext>
              </a:extLst>
            </p:cNvPr>
            <p:cNvSpPr/>
            <p:nvPr/>
          </p:nvSpPr>
          <p:spPr>
            <a:xfrm>
              <a:off x="9008316" y="3626239"/>
              <a:ext cx="369335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C5AA1293-6184-D0F6-1446-8AEE7FF77F5A}"/>
                </a:ext>
              </a:extLst>
            </p:cNvPr>
            <p:cNvSpPr/>
            <p:nvPr/>
          </p:nvSpPr>
          <p:spPr>
            <a:xfrm>
              <a:off x="8501258" y="3630282"/>
              <a:ext cx="369335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05" name="组合 104">
              <a:extLst>
                <a:ext uri="{FF2B5EF4-FFF2-40B4-BE49-F238E27FC236}">
                  <a16:creationId xmlns:a16="http://schemas.microsoft.com/office/drawing/2014/main" id="{2C0E0199-4FA7-E3F9-95FF-F2E8B195BCE0}"/>
                </a:ext>
              </a:extLst>
            </p:cNvPr>
            <p:cNvGrpSpPr/>
            <p:nvPr/>
          </p:nvGrpSpPr>
          <p:grpSpPr>
            <a:xfrm>
              <a:off x="6288440" y="1862079"/>
              <a:ext cx="1607872" cy="964518"/>
              <a:chOff x="300708" y="3713597"/>
              <a:chExt cx="1607872" cy="964518"/>
            </a:xfrm>
          </p:grpSpPr>
          <p:sp>
            <p:nvSpPr>
              <p:cNvPr id="106" name="矩形: 圆角 105">
                <a:extLst>
                  <a:ext uri="{FF2B5EF4-FFF2-40B4-BE49-F238E27FC236}">
                    <a16:creationId xmlns:a16="http://schemas.microsoft.com/office/drawing/2014/main" id="{51D39BBC-39FE-7C26-31E6-EB4DCA614497}"/>
                  </a:ext>
                </a:extLst>
              </p:cNvPr>
              <p:cNvSpPr/>
              <p:nvPr/>
            </p:nvSpPr>
            <p:spPr>
              <a:xfrm>
                <a:off x="300708" y="3713597"/>
                <a:ext cx="1607872" cy="964518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分配器</a:t>
                </a:r>
              </a:p>
            </p:txBody>
          </p:sp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39F28E16-316A-E312-B1DB-EB137191E88E}"/>
                  </a:ext>
                </a:extLst>
              </p:cNvPr>
              <p:cNvSpPr/>
              <p:nvPr/>
            </p:nvSpPr>
            <p:spPr>
              <a:xfrm>
                <a:off x="968519" y="3868861"/>
                <a:ext cx="369335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16A02C2D-653F-7FCF-8A30-71E3ACA82102}"/>
                  </a:ext>
                </a:extLst>
              </p:cNvPr>
              <p:cNvSpPr/>
              <p:nvPr/>
            </p:nvSpPr>
            <p:spPr>
              <a:xfrm>
                <a:off x="461461" y="3872904"/>
                <a:ext cx="369335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EAE2E26D-DCB8-2C59-BC8C-F274420867E4}"/>
                  </a:ext>
                </a:extLst>
              </p:cNvPr>
              <p:cNvSpPr txBox="1"/>
              <p:nvPr/>
            </p:nvSpPr>
            <p:spPr>
              <a:xfrm>
                <a:off x="1460296" y="3868861"/>
                <a:ext cx="3467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0" name="组合 109">
              <a:extLst>
                <a:ext uri="{FF2B5EF4-FFF2-40B4-BE49-F238E27FC236}">
                  <a16:creationId xmlns:a16="http://schemas.microsoft.com/office/drawing/2014/main" id="{7CB5E8AD-E675-DD56-0845-7B0E66813915}"/>
                </a:ext>
              </a:extLst>
            </p:cNvPr>
            <p:cNvGrpSpPr/>
            <p:nvPr/>
          </p:nvGrpSpPr>
          <p:grpSpPr>
            <a:xfrm>
              <a:off x="8175540" y="1862079"/>
              <a:ext cx="1607872" cy="964518"/>
              <a:chOff x="300708" y="3713597"/>
              <a:chExt cx="1607872" cy="964518"/>
            </a:xfrm>
          </p:grpSpPr>
          <p:sp>
            <p:nvSpPr>
              <p:cNvPr id="111" name="矩形: 圆角 110">
                <a:extLst>
                  <a:ext uri="{FF2B5EF4-FFF2-40B4-BE49-F238E27FC236}">
                    <a16:creationId xmlns:a16="http://schemas.microsoft.com/office/drawing/2014/main" id="{F4715F3E-D566-7BDE-196F-1AC173D96EFD}"/>
                  </a:ext>
                </a:extLst>
              </p:cNvPr>
              <p:cNvSpPr/>
              <p:nvPr/>
            </p:nvSpPr>
            <p:spPr>
              <a:xfrm>
                <a:off x="300708" y="3713597"/>
                <a:ext cx="1607872" cy="964518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分配器</a:t>
                </a:r>
              </a:p>
            </p:txBody>
          </p:sp>
          <p:sp>
            <p:nvSpPr>
              <p:cNvPr id="112" name="矩形 111">
                <a:extLst>
                  <a:ext uri="{FF2B5EF4-FFF2-40B4-BE49-F238E27FC236}">
                    <a16:creationId xmlns:a16="http://schemas.microsoft.com/office/drawing/2014/main" id="{D532D968-FDC6-60CD-7569-FAAD7FDF5852}"/>
                  </a:ext>
                </a:extLst>
              </p:cNvPr>
              <p:cNvSpPr/>
              <p:nvPr/>
            </p:nvSpPr>
            <p:spPr>
              <a:xfrm>
                <a:off x="968519" y="3868861"/>
                <a:ext cx="369335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B1632ACB-4CE8-042F-FD15-4460F761E869}"/>
                  </a:ext>
                </a:extLst>
              </p:cNvPr>
              <p:cNvSpPr/>
              <p:nvPr/>
            </p:nvSpPr>
            <p:spPr>
              <a:xfrm>
                <a:off x="461461" y="3872904"/>
                <a:ext cx="369335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07540C6A-52DA-9FD7-25D3-D575C05ECC06}"/>
                  </a:ext>
                </a:extLst>
              </p:cNvPr>
              <p:cNvSpPr txBox="1"/>
              <p:nvPr/>
            </p:nvSpPr>
            <p:spPr>
              <a:xfrm>
                <a:off x="1460296" y="3868861"/>
                <a:ext cx="3467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组合 114">
              <a:extLst>
                <a:ext uri="{FF2B5EF4-FFF2-40B4-BE49-F238E27FC236}">
                  <a16:creationId xmlns:a16="http://schemas.microsoft.com/office/drawing/2014/main" id="{7F616E42-B8C8-1513-8A10-A5A46061E6B9}"/>
                </a:ext>
              </a:extLst>
            </p:cNvPr>
            <p:cNvGrpSpPr/>
            <p:nvPr/>
          </p:nvGrpSpPr>
          <p:grpSpPr>
            <a:xfrm>
              <a:off x="10048068" y="1862079"/>
              <a:ext cx="1607872" cy="964518"/>
              <a:chOff x="300708" y="3713597"/>
              <a:chExt cx="1607872" cy="964518"/>
            </a:xfrm>
          </p:grpSpPr>
          <p:sp>
            <p:nvSpPr>
              <p:cNvPr id="116" name="矩形: 圆角 115">
                <a:extLst>
                  <a:ext uri="{FF2B5EF4-FFF2-40B4-BE49-F238E27FC236}">
                    <a16:creationId xmlns:a16="http://schemas.microsoft.com/office/drawing/2014/main" id="{B30C9DFE-CE9A-1B29-ACAE-64CA8389118C}"/>
                  </a:ext>
                </a:extLst>
              </p:cNvPr>
              <p:cNvSpPr/>
              <p:nvPr/>
            </p:nvSpPr>
            <p:spPr>
              <a:xfrm>
                <a:off x="300708" y="3713597"/>
                <a:ext cx="1607872" cy="964518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分配器</a:t>
                </a:r>
              </a:p>
            </p:txBody>
          </p:sp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443FD888-393E-DC5E-F179-8B0F96383FA2}"/>
                  </a:ext>
                </a:extLst>
              </p:cNvPr>
              <p:cNvSpPr/>
              <p:nvPr/>
            </p:nvSpPr>
            <p:spPr>
              <a:xfrm>
                <a:off x="968519" y="3868861"/>
                <a:ext cx="369335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606AD050-0D18-70A4-F3B0-80CCEA53FAA8}"/>
                  </a:ext>
                </a:extLst>
              </p:cNvPr>
              <p:cNvSpPr/>
              <p:nvPr/>
            </p:nvSpPr>
            <p:spPr>
              <a:xfrm>
                <a:off x="461461" y="3872904"/>
                <a:ext cx="369335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23C416AB-D873-12DC-B98A-D56033DC01C2}"/>
                  </a:ext>
                </a:extLst>
              </p:cNvPr>
              <p:cNvSpPr txBox="1"/>
              <p:nvPr/>
            </p:nvSpPr>
            <p:spPr>
              <a:xfrm>
                <a:off x="1460296" y="3868861"/>
                <a:ext cx="3467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540F1778-36A7-FE98-535F-0FEC3607D386}"/>
                </a:ext>
              </a:extLst>
            </p:cNvPr>
            <p:cNvSpPr/>
            <p:nvPr/>
          </p:nvSpPr>
          <p:spPr>
            <a:xfrm>
              <a:off x="10008729" y="3626239"/>
              <a:ext cx="369335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FF1C9B54-9FAE-E156-E4C1-09EB34515B7D}"/>
                </a:ext>
              </a:extLst>
            </p:cNvPr>
            <p:cNvSpPr/>
            <p:nvPr/>
          </p:nvSpPr>
          <p:spPr>
            <a:xfrm>
              <a:off x="9501671" y="3630282"/>
              <a:ext cx="369335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文本框 121">
              <a:extLst>
                <a:ext uri="{FF2B5EF4-FFF2-40B4-BE49-F238E27FC236}">
                  <a16:creationId xmlns:a16="http://schemas.microsoft.com/office/drawing/2014/main" id="{C925B71C-2E5B-AF0F-5BA2-F3EC01A41E1E}"/>
                </a:ext>
              </a:extLst>
            </p:cNvPr>
            <p:cNvSpPr txBox="1"/>
            <p:nvPr/>
          </p:nvSpPr>
          <p:spPr>
            <a:xfrm>
              <a:off x="10500506" y="3626239"/>
              <a:ext cx="3467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箭头: 上下 122">
              <a:extLst>
                <a:ext uri="{FF2B5EF4-FFF2-40B4-BE49-F238E27FC236}">
                  <a16:creationId xmlns:a16="http://schemas.microsoft.com/office/drawing/2014/main" id="{547CCBFE-9C08-BD1C-9A90-98825A36F39C}"/>
                </a:ext>
              </a:extLst>
            </p:cNvPr>
            <p:cNvSpPr/>
            <p:nvPr/>
          </p:nvSpPr>
          <p:spPr>
            <a:xfrm>
              <a:off x="6973685" y="2882803"/>
              <a:ext cx="197918" cy="530177"/>
            </a:xfrm>
            <a:prstGeom prst="upDownArrow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箭头: 上下 123">
              <a:extLst>
                <a:ext uri="{FF2B5EF4-FFF2-40B4-BE49-F238E27FC236}">
                  <a16:creationId xmlns:a16="http://schemas.microsoft.com/office/drawing/2014/main" id="{B588DD07-E1FB-43D9-48D7-CC1536F8A2CF}"/>
                </a:ext>
              </a:extLst>
            </p:cNvPr>
            <p:cNvSpPr/>
            <p:nvPr/>
          </p:nvSpPr>
          <p:spPr>
            <a:xfrm>
              <a:off x="8880517" y="2880221"/>
              <a:ext cx="197918" cy="530177"/>
            </a:xfrm>
            <a:prstGeom prst="upDownArrow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箭头: 上下 124">
              <a:extLst>
                <a:ext uri="{FF2B5EF4-FFF2-40B4-BE49-F238E27FC236}">
                  <a16:creationId xmlns:a16="http://schemas.microsoft.com/office/drawing/2014/main" id="{D91EAE74-1222-1EE5-C12A-D86FEF1FCCFF}"/>
                </a:ext>
              </a:extLst>
            </p:cNvPr>
            <p:cNvSpPr/>
            <p:nvPr/>
          </p:nvSpPr>
          <p:spPr>
            <a:xfrm>
              <a:off x="10748284" y="2880220"/>
              <a:ext cx="197918" cy="530177"/>
            </a:xfrm>
            <a:prstGeom prst="upDownArrow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箭头: 上下 125">
              <a:extLst>
                <a:ext uri="{FF2B5EF4-FFF2-40B4-BE49-F238E27FC236}">
                  <a16:creationId xmlns:a16="http://schemas.microsoft.com/office/drawing/2014/main" id="{C1027B16-83A1-6379-B208-A60779BAED2E}"/>
                </a:ext>
              </a:extLst>
            </p:cNvPr>
            <p:cNvSpPr/>
            <p:nvPr/>
          </p:nvSpPr>
          <p:spPr>
            <a:xfrm>
              <a:off x="6986936" y="1283125"/>
              <a:ext cx="197918" cy="530177"/>
            </a:xfrm>
            <a:prstGeom prst="upDownArrow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箭头: 上下 126">
              <a:extLst>
                <a:ext uri="{FF2B5EF4-FFF2-40B4-BE49-F238E27FC236}">
                  <a16:creationId xmlns:a16="http://schemas.microsoft.com/office/drawing/2014/main" id="{4AF9EEC5-709A-B9C5-9B8B-3F0AF677E9FF}"/>
                </a:ext>
              </a:extLst>
            </p:cNvPr>
            <p:cNvSpPr/>
            <p:nvPr/>
          </p:nvSpPr>
          <p:spPr>
            <a:xfrm>
              <a:off x="8893768" y="1280543"/>
              <a:ext cx="197918" cy="530177"/>
            </a:xfrm>
            <a:prstGeom prst="upDownArrow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箭头: 上下 127">
              <a:extLst>
                <a:ext uri="{FF2B5EF4-FFF2-40B4-BE49-F238E27FC236}">
                  <a16:creationId xmlns:a16="http://schemas.microsoft.com/office/drawing/2014/main" id="{E0A6FC70-D20F-666C-3651-92F1003CA66D}"/>
                </a:ext>
              </a:extLst>
            </p:cNvPr>
            <p:cNvSpPr/>
            <p:nvPr/>
          </p:nvSpPr>
          <p:spPr>
            <a:xfrm>
              <a:off x="10761535" y="1280542"/>
              <a:ext cx="197918" cy="530177"/>
            </a:xfrm>
            <a:prstGeom prst="upDownArrow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CB95939C-F4F6-E3ED-FF53-6E5299EAF011}"/>
                </a:ext>
              </a:extLst>
            </p:cNvPr>
            <p:cNvSpPr/>
            <p:nvPr/>
          </p:nvSpPr>
          <p:spPr>
            <a:xfrm>
              <a:off x="7233392" y="3022430"/>
              <a:ext cx="245757" cy="2457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F17B3E81-A471-A41C-5740-B93458D4B331}"/>
                </a:ext>
              </a:extLst>
            </p:cNvPr>
            <p:cNvSpPr/>
            <p:nvPr/>
          </p:nvSpPr>
          <p:spPr>
            <a:xfrm>
              <a:off x="9140750" y="3019614"/>
              <a:ext cx="245757" cy="2457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矩形 130">
              <a:extLst>
                <a:ext uri="{FF2B5EF4-FFF2-40B4-BE49-F238E27FC236}">
                  <a16:creationId xmlns:a16="http://schemas.microsoft.com/office/drawing/2014/main" id="{13503020-ED06-36B1-BDE0-865691CC50AC}"/>
                </a:ext>
              </a:extLst>
            </p:cNvPr>
            <p:cNvSpPr/>
            <p:nvPr/>
          </p:nvSpPr>
          <p:spPr>
            <a:xfrm>
              <a:off x="11009860" y="3023717"/>
              <a:ext cx="245757" cy="2457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695B95AC-47CF-4BCA-D0D8-F8B487D48536}"/>
                </a:ext>
              </a:extLst>
            </p:cNvPr>
            <p:cNvSpPr/>
            <p:nvPr/>
          </p:nvSpPr>
          <p:spPr>
            <a:xfrm>
              <a:off x="7233392" y="1507074"/>
              <a:ext cx="245757" cy="7656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8A71A871-BE78-0C28-538A-B7B40147A0ED}"/>
                </a:ext>
              </a:extLst>
            </p:cNvPr>
            <p:cNvSpPr/>
            <p:nvPr/>
          </p:nvSpPr>
          <p:spPr>
            <a:xfrm>
              <a:off x="9142486" y="1500852"/>
              <a:ext cx="245757" cy="7656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矩形 133">
              <a:extLst>
                <a:ext uri="{FF2B5EF4-FFF2-40B4-BE49-F238E27FC236}">
                  <a16:creationId xmlns:a16="http://schemas.microsoft.com/office/drawing/2014/main" id="{8EEDB1BF-DA4A-4D55-EE63-3BB0CD9B274B}"/>
                </a:ext>
              </a:extLst>
            </p:cNvPr>
            <p:cNvSpPr/>
            <p:nvPr/>
          </p:nvSpPr>
          <p:spPr>
            <a:xfrm>
              <a:off x="11008281" y="1507074"/>
              <a:ext cx="245757" cy="7656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箭头: 上下 136">
              <a:extLst>
                <a:ext uri="{FF2B5EF4-FFF2-40B4-BE49-F238E27FC236}">
                  <a16:creationId xmlns:a16="http://schemas.microsoft.com/office/drawing/2014/main" id="{9CB72C3A-6623-7DF9-6CCD-C382E4092D0A}"/>
                </a:ext>
              </a:extLst>
            </p:cNvPr>
            <p:cNvSpPr/>
            <p:nvPr/>
          </p:nvSpPr>
          <p:spPr>
            <a:xfrm>
              <a:off x="2886216" y="4599354"/>
              <a:ext cx="197918" cy="530177"/>
            </a:xfrm>
            <a:prstGeom prst="upDownArrow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矩形 137">
              <a:extLst>
                <a:ext uri="{FF2B5EF4-FFF2-40B4-BE49-F238E27FC236}">
                  <a16:creationId xmlns:a16="http://schemas.microsoft.com/office/drawing/2014/main" id="{B3FAD1DC-B7A0-FF92-A660-F2E2CBE93391}"/>
                </a:ext>
              </a:extLst>
            </p:cNvPr>
            <p:cNvSpPr/>
            <p:nvPr/>
          </p:nvSpPr>
          <p:spPr>
            <a:xfrm>
              <a:off x="3147792" y="4742851"/>
              <a:ext cx="245757" cy="2457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矩形: 圆角 138">
              <a:extLst>
                <a:ext uri="{FF2B5EF4-FFF2-40B4-BE49-F238E27FC236}">
                  <a16:creationId xmlns:a16="http://schemas.microsoft.com/office/drawing/2014/main" id="{85D6E257-4A1A-3B19-2280-7B32A4CD9DE8}"/>
                </a:ext>
              </a:extLst>
            </p:cNvPr>
            <p:cNvSpPr/>
            <p:nvPr/>
          </p:nvSpPr>
          <p:spPr>
            <a:xfrm>
              <a:off x="300707" y="5200317"/>
              <a:ext cx="11369805" cy="787733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操作系统</a:t>
              </a:r>
            </a:p>
          </p:txBody>
        </p:sp>
        <p:sp>
          <p:nvSpPr>
            <p:cNvPr id="140" name="箭头: 上下 139">
              <a:extLst>
                <a:ext uri="{FF2B5EF4-FFF2-40B4-BE49-F238E27FC236}">
                  <a16:creationId xmlns:a16="http://schemas.microsoft.com/office/drawing/2014/main" id="{EFB16ABD-0C40-52F5-9C48-B1C83575FC60}"/>
                </a:ext>
              </a:extLst>
            </p:cNvPr>
            <p:cNvSpPr/>
            <p:nvPr/>
          </p:nvSpPr>
          <p:spPr>
            <a:xfrm>
              <a:off x="8880517" y="4606234"/>
              <a:ext cx="197918" cy="530177"/>
            </a:xfrm>
            <a:prstGeom prst="upDownArrow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矩形 140">
              <a:extLst>
                <a:ext uri="{FF2B5EF4-FFF2-40B4-BE49-F238E27FC236}">
                  <a16:creationId xmlns:a16="http://schemas.microsoft.com/office/drawing/2014/main" id="{4B6AE461-F247-FC43-80FF-9464CFCEDFDC}"/>
                </a:ext>
              </a:extLst>
            </p:cNvPr>
            <p:cNvSpPr/>
            <p:nvPr/>
          </p:nvSpPr>
          <p:spPr>
            <a:xfrm>
              <a:off x="9142093" y="4749731"/>
              <a:ext cx="245757" cy="2457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7057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5D9B7AC-2F97-D5B4-B224-E230EAD1D0DB}"/>
              </a:ext>
            </a:extLst>
          </p:cNvPr>
          <p:cNvGrpSpPr/>
          <p:nvPr/>
        </p:nvGrpSpPr>
        <p:grpSpPr>
          <a:xfrm>
            <a:off x="1027045" y="1557130"/>
            <a:ext cx="9654208" cy="4068418"/>
            <a:chOff x="1027045" y="1557130"/>
            <a:chExt cx="9654208" cy="406841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5456BB4-4CD3-932D-4D4F-08F06CFFF53B}"/>
                </a:ext>
              </a:extLst>
            </p:cNvPr>
            <p:cNvSpPr/>
            <p:nvPr/>
          </p:nvSpPr>
          <p:spPr>
            <a:xfrm>
              <a:off x="1434547" y="1557130"/>
              <a:ext cx="8809383" cy="318052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altLang="zh-CN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>
                  <a:ln w="3175">
                    <a:noFill/>
                  </a:ln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用户程序</a:t>
              </a: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CB9AEF6-E39E-28CB-EC15-0E2BF30AD056}"/>
                </a:ext>
              </a:extLst>
            </p:cNvPr>
            <p:cNvSpPr/>
            <p:nvPr/>
          </p:nvSpPr>
          <p:spPr>
            <a:xfrm>
              <a:off x="1027045" y="4737651"/>
              <a:ext cx="9654208" cy="88789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n w="3175">
                    <a:noFill/>
                  </a:ln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操作系统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03B6D9C3-2695-6EB2-6AC8-9C2C939412C2}"/>
                </a:ext>
              </a:extLst>
            </p:cNvPr>
            <p:cNvSpPr/>
            <p:nvPr/>
          </p:nvSpPr>
          <p:spPr>
            <a:xfrm>
              <a:off x="4432853" y="2312504"/>
              <a:ext cx="4691269" cy="242514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altLang="zh-CN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>
                  <a:ln w="3175">
                    <a:noFill/>
                  </a:ln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渲染器内核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6157A3A7-E83B-9C3B-ACE0-CE30D4F44949}"/>
                </a:ext>
              </a:extLst>
            </p:cNvPr>
            <p:cNvSpPr/>
            <p:nvPr/>
          </p:nvSpPr>
          <p:spPr>
            <a:xfrm>
              <a:off x="5024230" y="3081130"/>
              <a:ext cx="1721127" cy="165652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altLang="zh-CN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>
                  <a:ln w="3175">
                    <a:noFill/>
                  </a:ln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前端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0FC8294-30FE-9623-0EBF-534000BC0495}"/>
                </a:ext>
              </a:extLst>
            </p:cNvPr>
            <p:cNvSpPr/>
            <p:nvPr/>
          </p:nvSpPr>
          <p:spPr>
            <a:xfrm>
              <a:off x="3805029" y="3902765"/>
              <a:ext cx="2143540" cy="83488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n w="3175">
                    <a:noFill/>
                  </a:ln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第三方库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0E43AEC-C602-3D0A-ADA3-F568CAFEEEED}"/>
                </a:ext>
              </a:extLst>
            </p:cNvPr>
            <p:cNvSpPr/>
            <p:nvPr/>
          </p:nvSpPr>
          <p:spPr>
            <a:xfrm>
              <a:off x="2716695" y="4141304"/>
              <a:ext cx="1088333" cy="59634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n w="3175">
                    <a:noFill/>
                  </a:ln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资源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1464748-439E-A5DA-211F-A00C8CDA32D7}"/>
                </a:ext>
              </a:extLst>
            </p:cNvPr>
            <p:cNvSpPr/>
            <p:nvPr/>
          </p:nvSpPr>
          <p:spPr>
            <a:xfrm>
              <a:off x="8136833" y="2312504"/>
              <a:ext cx="477080" cy="102704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n w="3175">
                    <a:noFill/>
                  </a:ln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着色器</a:t>
              </a: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B5043B90-05A7-4FEC-9165-C46C29D4A60E}"/>
                </a:ext>
              </a:extLst>
            </p:cNvPr>
            <p:cNvSpPr/>
            <p:nvPr/>
          </p:nvSpPr>
          <p:spPr>
            <a:xfrm>
              <a:off x="8136833" y="1956349"/>
              <a:ext cx="477080" cy="400878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A35AFA61-FBCF-BDEF-C857-14EEA5C31CC9}"/>
              </a:ext>
            </a:extLst>
          </p:cNvPr>
          <p:cNvSpPr txBox="1"/>
          <p:nvPr/>
        </p:nvSpPr>
        <p:spPr>
          <a:xfrm>
            <a:off x="245165" y="245165"/>
            <a:ext cx="735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arch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0395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A0881-106C-D11B-0D0D-96D085ED5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7197C8A2-68C3-9E8B-161D-0C9614BC2420}"/>
              </a:ext>
            </a:extLst>
          </p:cNvPr>
          <p:cNvSpPr txBox="1"/>
          <p:nvPr/>
        </p:nvSpPr>
        <p:spPr>
          <a:xfrm>
            <a:off x="138484" y="66904"/>
            <a:ext cx="155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kernel_arch</a:t>
            </a:r>
            <a:endParaRPr lang="zh-CN" altLang="en-US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7F6FD8DA-0B41-2192-8AF3-F4C88B7AD2C1}"/>
              </a:ext>
            </a:extLst>
          </p:cNvPr>
          <p:cNvGrpSpPr/>
          <p:nvPr/>
        </p:nvGrpSpPr>
        <p:grpSpPr>
          <a:xfrm>
            <a:off x="1268896" y="987287"/>
            <a:ext cx="9654208" cy="5499321"/>
            <a:chOff x="1268896" y="987287"/>
            <a:chExt cx="9654208" cy="5499321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114977E3-C569-D125-15E7-0D3E4D2558A1}"/>
                </a:ext>
              </a:extLst>
            </p:cNvPr>
            <p:cNvSpPr/>
            <p:nvPr/>
          </p:nvSpPr>
          <p:spPr>
            <a:xfrm>
              <a:off x="1676398" y="987287"/>
              <a:ext cx="8809383" cy="461142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altLang="zh-CN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>
                  <a:ln w="3175">
                    <a:noFill/>
                  </a:ln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用户程序</a:t>
              </a: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CE146FA-413F-6095-A3E0-69A92930BF1B}"/>
                </a:ext>
              </a:extLst>
            </p:cNvPr>
            <p:cNvSpPr/>
            <p:nvPr/>
          </p:nvSpPr>
          <p:spPr>
            <a:xfrm>
              <a:off x="1268896" y="5598711"/>
              <a:ext cx="9654208" cy="88789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n w="3175">
                    <a:noFill/>
                  </a:ln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第三方库</a:t>
              </a:r>
              <a:r>
                <a:rPr lang="en-US" altLang="zh-CN" dirty="0">
                  <a:ln w="3175">
                    <a:noFill/>
                  </a:ln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/ </a:t>
              </a:r>
              <a:r>
                <a:rPr lang="zh-CN" altLang="en-US" dirty="0">
                  <a:ln w="3175">
                    <a:noFill/>
                  </a:ln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操作系统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7A9871F-BDB9-1A72-0E72-733810943FC7}"/>
                </a:ext>
              </a:extLst>
            </p:cNvPr>
            <p:cNvSpPr/>
            <p:nvPr/>
          </p:nvSpPr>
          <p:spPr>
            <a:xfrm>
              <a:off x="2242517" y="3242476"/>
              <a:ext cx="2177083" cy="235623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n w="3175">
                    <a:noFill/>
                  </a:ln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渲染管线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CE6D4AA-DB76-A0E3-34F5-7D14DCC00F0A}"/>
                </a:ext>
              </a:extLst>
            </p:cNvPr>
            <p:cNvSpPr/>
            <p:nvPr/>
          </p:nvSpPr>
          <p:spPr>
            <a:xfrm>
              <a:off x="8552510" y="2585168"/>
              <a:ext cx="1313733" cy="301354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n w="3175">
                    <a:noFill/>
                  </a:ln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前端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9526FC2B-9AAF-6998-856A-4866533FB915}"/>
                </a:ext>
              </a:extLst>
            </p:cNvPr>
            <p:cNvSpPr/>
            <p:nvPr/>
          </p:nvSpPr>
          <p:spPr>
            <a:xfrm>
              <a:off x="4421231" y="4091941"/>
              <a:ext cx="1491202" cy="1506771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n w="3175">
                    <a:noFill/>
                  </a:ln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像素缓冲</a:t>
              </a:r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BFF4336F-1577-E8AC-557F-0CDE385B024E}"/>
                </a:ext>
              </a:extLst>
            </p:cNvPr>
            <p:cNvSpPr/>
            <p:nvPr/>
          </p:nvSpPr>
          <p:spPr>
            <a:xfrm>
              <a:off x="5912433" y="4749250"/>
              <a:ext cx="1613616" cy="849462"/>
            </a:xfrm>
            <a:prstGeom prst="rect">
              <a:avLst/>
            </a:prstGeom>
            <a:solidFill>
              <a:srgbClr val="EAB216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n w="3175">
                    <a:noFill/>
                  </a:ln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线程安全链表</a:t>
              </a: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C60F91F1-DA38-1980-5728-614800A581F5}"/>
                </a:ext>
              </a:extLst>
            </p:cNvPr>
            <p:cNvSpPr/>
            <p:nvPr/>
          </p:nvSpPr>
          <p:spPr>
            <a:xfrm>
              <a:off x="7526050" y="5173981"/>
              <a:ext cx="1028700" cy="424731"/>
            </a:xfrm>
            <a:prstGeom prst="rect">
              <a:avLst/>
            </a:prstGeom>
            <a:solidFill>
              <a:srgbClr val="EAB216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n w="3175">
                    <a:noFill/>
                  </a:ln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内存池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8BAE94B6-1312-D08B-D27A-5B800A28C214}"/>
                </a:ext>
              </a:extLst>
            </p:cNvPr>
            <p:cNvSpPr/>
            <p:nvPr/>
          </p:nvSpPr>
          <p:spPr>
            <a:xfrm>
              <a:off x="7526050" y="4749250"/>
              <a:ext cx="1028700" cy="424731"/>
            </a:xfrm>
            <a:prstGeom prst="rect">
              <a:avLst/>
            </a:prstGeom>
            <a:solidFill>
              <a:srgbClr val="EAB216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n w="3175">
                    <a:noFill/>
                  </a:ln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分配器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A969DEC7-BF69-3AE7-1719-11C72C06A2F6}"/>
                </a:ext>
              </a:extLst>
            </p:cNvPr>
            <p:cNvSpPr/>
            <p:nvPr/>
          </p:nvSpPr>
          <p:spPr>
            <a:xfrm>
              <a:off x="5912432" y="4091941"/>
              <a:ext cx="2642318" cy="657309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n w="3175">
                    <a:noFill/>
                  </a:ln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逐像素链表缓冲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04C773FC-A982-A01B-8CCA-2A00A4A9797A}"/>
                </a:ext>
              </a:extLst>
            </p:cNvPr>
            <p:cNvSpPr/>
            <p:nvPr/>
          </p:nvSpPr>
          <p:spPr>
            <a:xfrm>
              <a:off x="4421230" y="3242479"/>
              <a:ext cx="4133520" cy="84946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n w="3175">
                    <a:noFill/>
                  </a:ln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帧缓冲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7F7F9D4C-838C-5F63-132E-BDFAF75906F8}"/>
                </a:ext>
              </a:extLst>
            </p:cNvPr>
            <p:cNvSpPr/>
            <p:nvPr/>
          </p:nvSpPr>
          <p:spPr>
            <a:xfrm>
              <a:off x="4418990" y="2585169"/>
              <a:ext cx="4133520" cy="65730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n w="3175">
                    <a:noFill/>
                  </a:ln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帧缓冲管理器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9257B599-030D-CE85-9637-0DB394C6B207}"/>
                </a:ext>
              </a:extLst>
            </p:cNvPr>
            <p:cNvSpPr/>
            <p:nvPr/>
          </p:nvSpPr>
          <p:spPr>
            <a:xfrm>
              <a:off x="2238036" y="2585166"/>
              <a:ext cx="2180954" cy="65730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n w="3175">
                    <a:noFill/>
                  </a:ln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渲染管线管理器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7A7FFB1-232A-5649-622E-1CC7B752512A}"/>
                </a:ext>
              </a:extLst>
            </p:cNvPr>
            <p:cNvSpPr/>
            <p:nvPr/>
          </p:nvSpPr>
          <p:spPr>
            <a:xfrm>
              <a:off x="2238036" y="3572126"/>
              <a:ext cx="948601" cy="4535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n w="3175">
                    <a:noFill/>
                  </a:ln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着色器</a:t>
              </a: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4B9A08CB-6DCC-67E4-2439-6226B0C66968}"/>
                </a:ext>
              </a:extLst>
            </p:cNvPr>
            <p:cNvSpPr/>
            <p:nvPr/>
          </p:nvSpPr>
          <p:spPr>
            <a:xfrm>
              <a:off x="1934369" y="3572125"/>
              <a:ext cx="344434" cy="45355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892A3993-21FD-4733-F945-64C4AA4F34FA}"/>
                </a:ext>
              </a:extLst>
            </p:cNvPr>
            <p:cNvSpPr/>
            <p:nvPr/>
          </p:nvSpPr>
          <p:spPr>
            <a:xfrm>
              <a:off x="2238036" y="1808921"/>
              <a:ext cx="7628207" cy="776243"/>
            </a:xfrm>
            <a:prstGeom prst="rect">
              <a:avLst/>
            </a:prstGeom>
            <a:solidFill>
              <a:srgbClr val="DEC7EF"/>
            </a:solidFill>
            <a:ln>
              <a:solidFill>
                <a:srgbClr val="A86D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n w="3175">
                    <a:noFill/>
                  </a:ln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引擎</a:t>
              </a:r>
            </a:p>
          </p:txBody>
        </p:sp>
        <p:sp>
          <p:nvSpPr>
            <p:cNvPr id="21" name="箭头: 右 20">
              <a:extLst>
                <a:ext uri="{FF2B5EF4-FFF2-40B4-BE49-F238E27FC236}">
                  <a16:creationId xmlns:a16="http://schemas.microsoft.com/office/drawing/2014/main" id="{ADE8BEAA-D60B-C1D6-309D-DBAE84EB450E}"/>
                </a:ext>
              </a:extLst>
            </p:cNvPr>
            <p:cNvSpPr/>
            <p:nvPr/>
          </p:nvSpPr>
          <p:spPr>
            <a:xfrm>
              <a:off x="8323701" y="3407795"/>
              <a:ext cx="619538" cy="518826"/>
            </a:xfrm>
            <a:prstGeom prst="rightArrow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</a:p>
          </p:txBody>
        </p:sp>
        <p:sp>
          <p:nvSpPr>
            <p:cNvPr id="22" name="箭头: 右 21">
              <a:extLst>
                <a:ext uri="{FF2B5EF4-FFF2-40B4-BE49-F238E27FC236}">
                  <a16:creationId xmlns:a16="http://schemas.microsoft.com/office/drawing/2014/main" id="{A043F9C6-97EB-9869-C70F-51AD4160E6DC}"/>
                </a:ext>
              </a:extLst>
            </p:cNvPr>
            <p:cNvSpPr/>
            <p:nvPr/>
          </p:nvSpPr>
          <p:spPr>
            <a:xfrm>
              <a:off x="4191773" y="3406798"/>
              <a:ext cx="619538" cy="518826"/>
            </a:xfrm>
            <a:prstGeom prst="rightArrow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1097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5BAFCC6-81F0-F8D7-4755-5D57059839C0}"/>
              </a:ext>
            </a:extLst>
          </p:cNvPr>
          <p:cNvGrpSpPr/>
          <p:nvPr/>
        </p:nvGrpSpPr>
        <p:grpSpPr>
          <a:xfrm>
            <a:off x="1129749" y="1141344"/>
            <a:ext cx="9932508" cy="4716109"/>
            <a:chOff x="1129749" y="1141344"/>
            <a:chExt cx="9932508" cy="4716109"/>
          </a:xfrm>
        </p:grpSpPr>
        <p:sp>
          <p:nvSpPr>
            <p:cNvPr id="6" name="圆柱体 5">
              <a:extLst>
                <a:ext uri="{FF2B5EF4-FFF2-40B4-BE49-F238E27FC236}">
                  <a16:creationId xmlns:a16="http://schemas.microsoft.com/office/drawing/2014/main" id="{54E441CC-1685-22D6-F641-CC25E6E00F86}"/>
                </a:ext>
              </a:extLst>
            </p:cNvPr>
            <p:cNvSpPr/>
            <p:nvPr/>
          </p:nvSpPr>
          <p:spPr>
            <a:xfrm>
              <a:off x="2012675" y="3112604"/>
              <a:ext cx="629478" cy="1260613"/>
            </a:xfrm>
            <a:prstGeom prst="can">
              <a:avLst>
                <a:gd name="adj" fmla="val 32123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线程</a:t>
              </a:r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C7AB08ED-2838-42A8-3995-4A8BAEA2A049}"/>
                </a:ext>
              </a:extLst>
            </p:cNvPr>
            <p:cNvSpPr/>
            <p:nvPr/>
          </p:nvSpPr>
          <p:spPr>
            <a:xfrm>
              <a:off x="1828800" y="5068951"/>
              <a:ext cx="8534400" cy="788502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帧缓冲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EAD7436-88E2-2498-9AB3-E8FEB59CE371}"/>
                </a:ext>
              </a:extLst>
            </p:cNvPr>
            <p:cNvSpPr/>
            <p:nvPr/>
          </p:nvSpPr>
          <p:spPr>
            <a:xfrm>
              <a:off x="1129749" y="1141344"/>
              <a:ext cx="9932505" cy="35780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顶点缓冲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DE667FE9-0EB4-E677-6FB7-268F69AA26DE}"/>
                </a:ext>
              </a:extLst>
            </p:cNvPr>
            <p:cNvSpPr/>
            <p:nvPr/>
          </p:nvSpPr>
          <p:spPr>
            <a:xfrm>
              <a:off x="1129749" y="2224712"/>
              <a:ext cx="2395331" cy="35780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切片</a:t>
              </a:r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DD7845D6-70F0-0811-DDC9-F7E2175ADAF4}"/>
                </a:ext>
              </a:extLst>
            </p:cNvPr>
            <p:cNvSpPr/>
            <p:nvPr/>
          </p:nvSpPr>
          <p:spPr>
            <a:xfrm>
              <a:off x="3641036" y="2224712"/>
              <a:ext cx="2395331" cy="35780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切片</a:t>
              </a:r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AEFD852C-0F69-9ACE-BB34-E5B2F90DBB36}"/>
                </a:ext>
              </a:extLst>
            </p:cNvPr>
            <p:cNvSpPr/>
            <p:nvPr/>
          </p:nvSpPr>
          <p:spPr>
            <a:xfrm>
              <a:off x="8666926" y="2224711"/>
              <a:ext cx="2395331" cy="35780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切片</a:t>
              </a:r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8A826B3-F0CC-F326-4B52-3B8E97D73FFE}"/>
                </a:ext>
              </a:extLst>
            </p:cNvPr>
            <p:cNvSpPr/>
            <p:nvPr/>
          </p:nvSpPr>
          <p:spPr>
            <a:xfrm>
              <a:off x="6155635" y="2224711"/>
              <a:ext cx="2395331" cy="35780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切片</a:t>
              </a:r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箭头: 下 15">
              <a:extLst>
                <a:ext uri="{FF2B5EF4-FFF2-40B4-BE49-F238E27FC236}">
                  <a16:creationId xmlns:a16="http://schemas.microsoft.com/office/drawing/2014/main" id="{D8A7DC2B-7996-0DB3-37FB-D75401DC3458}"/>
                </a:ext>
              </a:extLst>
            </p:cNvPr>
            <p:cNvSpPr/>
            <p:nvPr/>
          </p:nvSpPr>
          <p:spPr>
            <a:xfrm>
              <a:off x="5930348" y="1613453"/>
              <a:ext cx="331305" cy="503584"/>
            </a:xfrm>
            <a:prstGeom prst="downArrow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箭头: 下 24">
              <a:extLst>
                <a:ext uri="{FF2B5EF4-FFF2-40B4-BE49-F238E27FC236}">
                  <a16:creationId xmlns:a16="http://schemas.microsoft.com/office/drawing/2014/main" id="{593EAD90-E592-7D85-F3AF-7E0ECB5EC3C1}"/>
                </a:ext>
              </a:extLst>
            </p:cNvPr>
            <p:cNvSpPr/>
            <p:nvPr/>
          </p:nvSpPr>
          <p:spPr>
            <a:xfrm>
              <a:off x="2161761" y="2713390"/>
              <a:ext cx="331305" cy="503584"/>
            </a:xfrm>
            <a:prstGeom prst="downArrow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圆柱体 27">
              <a:extLst>
                <a:ext uri="{FF2B5EF4-FFF2-40B4-BE49-F238E27FC236}">
                  <a16:creationId xmlns:a16="http://schemas.microsoft.com/office/drawing/2014/main" id="{1BC676FB-B48E-04A5-DC92-76F519F0CFB8}"/>
                </a:ext>
              </a:extLst>
            </p:cNvPr>
            <p:cNvSpPr/>
            <p:nvPr/>
          </p:nvSpPr>
          <p:spPr>
            <a:xfrm>
              <a:off x="4523962" y="3112604"/>
              <a:ext cx="629478" cy="1260613"/>
            </a:xfrm>
            <a:prstGeom prst="can">
              <a:avLst>
                <a:gd name="adj" fmla="val 32123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线程</a:t>
              </a:r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圆柱体 28">
              <a:extLst>
                <a:ext uri="{FF2B5EF4-FFF2-40B4-BE49-F238E27FC236}">
                  <a16:creationId xmlns:a16="http://schemas.microsoft.com/office/drawing/2014/main" id="{A283804E-75E8-A2BA-013F-316662EF3455}"/>
                </a:ext>
              </a:extLst>
            </p:cNvPr>
            <p:cNvSpPr/>
            <p:nvPr/>
          </p:nvSpPr>
          <p:spPr>
            <a:xfrm>
              <a:off x="7035249" y="3112604"/>
              <a:ext cx="629478" cy="1260613"/>
            </a:xfrm>
            <a:prstGeom prst="can">
              <a:avLst>
                <a:gd name="adj" fmla="val 32123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线程</a:t>
              </a:r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圆柱体 29">
              <a:extLst>
                <a:ext uri="{FF2B5EF4-FFF2-40B4-BE49-F238E27FC236}">
                  <a16:creationId xmlns:a16="http://schemas.microsoft.com/office/drawing/2014/main" id="{456C627B-EB8B-F208-B690-7230FD3F784B}"/>
                </a:ext>
              </a:extLst>
            </p:cNvPr>
            <p:cNvSpPr/>
            <p:nvPr/>
          </p:nvSpPr>
          <p:spPr>
            <a:xfrm>
              <a:off x="9546536" y="3112604"/>
              <a:ext cx="629478" cy="1260613"/>
            </a:xfrm>
            <a:prstGeom prst="can">
              <a:avLst>
                <a:gd name="adj" fmla="val 32123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线程</a:t>
              </a:r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箭头: 下 30">
              <a:extLst>
                <a:ext uri="{FF2B5EF4-FFF2-40B4-BE49-F238E27FC236}">
                  <a16:creationId xmlns:a16="http://schemas.microsoft.com/office/drawing/2014/main" id="{37874FB6-FC7F-E7FE-D277-56DDE32CE457}"/>
                </a:ext>
              </a:extLst>
            </p:cNvPr>
            <p:cNvSpPr/>
            <p:nvPr/>
          </p:nvSpPr>
          <p:spPr>
            <a:xfrm>
              <a:off x="4674704" y="2713390"/>
              <a:ext cx="331305" cy="503584"/>
            </a:xfrm>
            <a:prstGeom prst="downArrow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箭头: 下 31">
              <a:extLst>
                <a:ext uri="{FF2B5EF4-FFF2-40B4-BE49-F238E27FC236}">
                  <a16:creationId xmlns:a16="http://schemas.microsoft.com/office/drawing/2014/main" id="{58DD4E68-C5CF-C874-B08A-BDD6CA80FD2F}"/>
                </a:ext>
              </a:extLst>
            </p:cNvPr>
            <p:cNvSpPr/>
            <p:nvPr/>
          </p:nvSpPr>
          <p:spPr>
            <a:xfrm>
              <a:off x="7185991" y="2713386"/>
              <a:ext cx="331305" cy="503584"/>
            </a:xfrm>
            <a:prstGeom prst="downArrow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箭头: 下 32">
              <a:extLst>
                <a:ext uri="{FF2B5EF4-FFF2-40B4-BE49-F238E27FC236}">
                  <a16:creationId xmlns:a16="http://schemas.microsoft.com/office/drawing/2014/main" id="{983823C6-430A-CCE2-758E-7C4CBA0F7514}"/>
                </a:ext>
              </a:extLst>
            </p:cNvPr>
            <p:cNvSpPr/>
            <p:nvPr/>
          </p:nvSpPr>
          <p:spPr>
            <a:xfrm>
              <a:off x="9698938" y="2713386"/>
              <a:ext cx="331305" cy="503584"/>
            </a:xfrm>
            <a:prstGeom prst="downArrow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箭头: 下 33">
              <a:extLst>
                <a:ext uri="{FF2B5EF4-FFF2-40B4-BE49-F238E27FC236}">
                  <a16:creationId xmlns:a16="http://schemas.microsoft.com/office/drawing/2014/main" id="{E7D11BB6-4951-98BD-78B5-280BC1FFEED4}"/>
                </a:ext>
              </a:extLst>
            </p:cNvPr>
            <p:cNvSpPr/>
            <p:nvPr/>
          </p:nvSpPr>
          <p:spPr>
            <a:xfrm>
              <a:off x="2161761" y="4499945"/>
              <a:ext cx="331305" cy="503584"/>
            </a:xfrm>
            <a:prstGeom prst="downArrow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箭头: 下 34">
              <a:extLst>
                <a:ext uri="{FF2B5EF4-FFF2-40B4-BE49-F238E27FC236}">
                  <a16:creationId xmlns:a16="http://schemas.microsoft.com/office/drawing/2014/main" id="{A6C0A57E-7AFF-D12F-8281-D573D876AAAD}"/>
                </a:ext>
              </a:extLst>
            </p:cNvPr>
            <p:cNvSpPr/>
            <p:nvPr/>
          </p:nvSpPr>
          <p:spPr>
            <a:xfrm>
              <a:off x="4674704" y="4499945"/>
              <a:ext cx="331305" cy="503584"/>
            </a:xfrm>
            <a:prstGeom prst="downArrow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箭头: 下 35">
              <a:extLst>
                <a:ext uri="{FF2B5EF4-FFF2-40B4-BE49-F238E27FC236}">
                  <a16:creationId xmlns:a16="http://schemas.microsoft.com/office/drawing/2014/main" id="{4183B8DB-F5FA-D3E1-2A6B-91DA50A550B6}"/>
                </a:ext>
              </a:extLst>
            </p:cNvPr>
            <p:cNvSpPr/>
            <p:nvPr/>
          </p:nvSpPr>
          <p:spPr>
            <a:xfrm>
              <a:off x="7185991" y="4499941"/>
              <a:ext cx="331305" cy="503584"/>
            </a:xfrm>
            <a:prstGeom prst="downArrow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箭头: 下 36">
              <a:extLst>
                <a:ext uri="{FF2B5EF4-FFF2-40B4-BE49-F238E27FC236}">
                  <a16:creationId xmlns:a16="http://schemas.microsoft.com/office/drawing/2014/main" id="{D9DB52F0-3672-3FCB-E220-B6541316B8F9}"/>
                </a:ext>
              </a:extLst>
            </p:cNvPr>
            <p:cNvSpPr/>
            <p:nvPr/>
          </p:nvSpPr>
          <p:spPr>
            <a:xfrm>
              <a:off x="9698938" y="4499941"/>
              <a:ext cx="331305" cy="503584"/>
            </a:xfrm>
            <a:prstGeom prst="downArrow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39FAA7C3-5687-D5CB-AB87-152BDE960B36}"/>
              </a:ext>
            </a:extLst>
          </p:cNvPr>
          <p:cNvSpPr txBox="1"/>
          <p:nvPr/>
        </p:nvSpPr>
        <p:spPr>
          <a:xfrm>
            <a:off x="324678" y="113290"/>
            <a:ext cx="2239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multi-</a:t>
            </a:r>
            <a:r>
              <a:rPr lang="en-US" altLang="zh-CN" dirty="0" err="1"/>
              <a:t>thread_slice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753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A45C2-A41F-2DEC-5C65-6437519F8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>
            <a:extLst>
              <a:ext uri="{FF2B5EF4-FFF2-40B4-BE49-F238E27FC236}">
                <a16:creationId xmlns:a16="http://schemas.microsoft.com/office/drawing/2014/main" id="{280E6C58-3C0A-D1A9-3448-2686F9092C25}"/>
              </a:ext>
            </a:extLst>
          </p:cNvPr>
          <p:cNvSpPr txBox="1"/>
          <p:nvPr/>
        </p:nvSpPr>
        <p:spPr>
          <a:xfrm>
            <a:off x="324677" y="113290"/>
            <a:ext cx="2683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multi-</a:t>
            </a:r>
            <a:r>
              <a:rPr lang="en-US" altLang="zh-CN" dirty="0" err="1"/>
              <a:t>thread_counter</a:t>
            </a:r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5940537-8315-8E1C-77DD-53E8280CD015}"/>
              </a:ext>
            </a:extLst>
          </p:cNvPr>
          <p:cNvGrpSpPr/>
          <p:nvPr/>
        </p:nvGrpSpPr>
        <p:grpSpPr>
          <a:xfrm>
            <a:off x="1129749" y="764345"/>
            <a:ext cx="9932505" cy="5187531"/>
            <a:chOff x="1129749" y="764345"/>
            <a:chExt cx="9932505" cy="5187531"/>
          </a:xfrm>
        </p:grpSpPr>
        <p:sp>
          <p:nvSpPr>
            <p:cNvPr id="6" name="圆柱体 5">
              <a:extLst>
                <a:ext uri="{FF2B5EF4-FFF2-40B4-BE49-F238E27FC236}">
                  <a16:creationId xmlns:a16="http://schemas.microsoft.com/office/drawing/2014/main" id="{8E928623-CF58-5696-0986-C408FE7F4DCD}"/>
                </a:ext>
              </a:extLst>
            </p:cNvPr>
            <p:cNvSpPr/>
            <p:nvPr/>
          </p:nvSpPr>
          <p:spPr>
            <a:xfrm>
              <a:off x="2012675" y="3233531"/>
              <a:ext cx="629478" cy="1239078"/>
            </a:xfrm>
            <a:prstGeom prst="can">
              <a:avLst>
                <a:gd name="adj" fmla="val 32123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线程</a:t>
              </a:r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9AC20636-1011-F397-1680-3EE37D9AFCC1}"/>
                </a:ext>
              </a:extLst>
            </p:cNvPr>
            <p:cNvSpPr/>
            <p:nvPr/>
          </p:nvSpPr>
          <p:spPr>
            <a:xfrm>
              <a:off x="1828800" y="5163374"/>
              <a:ext cx="8534400" cy="788502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帧缓冲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9D3DC84-47DD-5216-DC1D-74A2B586B476}"/>
                </a:ext>
              </a:extLst>
            </p:cNvPr>
            <p:cNvSpPr/>
            <p:nvPr/>
          </p:nvSpPr>
          <p:spPr>
            <a:xfrm>
              <a:off x="1129749" y="1871866"/>
              <a:ext cx="9932505" cy="35780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顶点缓冲</a:t>
              </a:r>
            </a:p>
          </p:txBody>
        </p:sp>
        <p:sp>
          <p:nvSpPr>
            <p:cNvPr id="28" name="圆柱体 27">
              <a:extLst>
                <a:ext uri="{FF2B5EF4-FFF2-40B4-BE49-F238E27FC236}">
                  <a16:creationId xmlns:a16="http://schemas.microsoft.com/office/drawing/2014/main" id="{4FFD6EC6-956C-9EB5-A01E-2D33B0BB32AA}"/>
                </a:ext>
              </a:extLst>
            </p:cNvPr>
            <p:cNvSpPr/>
            <p:nvPr/>
          </p:nvSpPr>
          <p:spPr>
            <a:xfrm>
              <a:off x="4523962" y="3233531"/>
              <a:ext cx="629478" cy="1239078"/>
            </a:xfrm>
            <a:prstGeom prst="can">
              <a:avLst>
                <a:gd name="adj" fmla="val 32123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线程</a:t>
              </a:r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圆柱体 28">
              <a:extLst>
                <a:ext uri="{FF2B5EF4-FFF2-40B4-BE49-F238E27FC236}">
                  <a16:creationId xmlns:a16="http://schemas.microsoft.com/office/drawing/2014/main" id="{6805427E-53D0-5AF9-F865-9172804A0B53}"/>
                </a:ext>
              </a:extLst>
            </p:cNvPr>
            <p:cNvSpPr/>
            <p:nvPr/>
          </p:nvSpPr>
          <p:spPr>
            <a:xfrm>
              <a:off x="7035249" y="3233531"/>
              <a:ext cx="629478" cy="1239078"/>
            </a:xfrm>
            <a:prstGeom prst="can">
              <a:avLst>
                <a:gd name="adj" fmla="val 32123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线程</a:t>
              </a:r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圆柱体 29">
              <a:extLst>
                <a:ext uri="{FF2B5EF4-FFF2-40B4-BE49-F238E27FC236}">
                  <a16:creationId xmlns:a16="http://schemas.microsoft.com/office/drawing/2014/main" id="{63F27397-C001-7150-3E4E-4CDD526371DA}"/>
                </a:ext>
              </a:extLst>
            </p:cNvPr>
            <p:cNvSpPr/>
            <p:nvPr/>
          </p:nvSpPr>
          <p:spPr>
            <a:xfrm>
              <a:off x="9546536" y="3233531"/>
              <a:ext cx="629478" cy="1239078"/>
            </a:xfrm>
            <a:prstGeom prst="can">
              <a:avLst>
                <a:gd name="adj" fmla="val 32123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线程</a:t>
              </a:r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箭头: 下 33">
              <a:extLst>
                <a:ext uri="{FF2B5EF4-FFF2-40B4-BE49-F238E27FC236}">
                  <a16:creationId xmlns:a16="http://schemas.microsoft.com/office/drawing/2014/main" id="{FB6EB27F-9908-2EDD-7AD4-B6CEB1D29164}"/>
                </a:ext>
              </a:extLst>
            </p:cNvPr>
            <p:cNvSpPr/>
            <p:nvPr/>
          </p:nvSpPr>
          <p:spPr>
            <a:xfrm>
              <a:off x="2161761" y="4594368"/>
              <a:ext cx="331305" cy="503584"/>
            </a:xfrm>
            <a:prstGeom prst="downArrow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箭头: 下 34">
              <a:extLst>
                <a:ext uri="{FF2B5EF4-FFF2-40B4-BE49-F238E27FC236}">
                  <a16:creationId xmlns:a16="http://schemas.microsoft.com/office/drawing/2014/main" id="{42DAC393-94A8-BC6C-8802-A33101D1180B}"/>
                </a:ext>
              </a:extLst>
            </p:cNvPr>
            <p:cNvSpPr/>
            <p:nvPr/>
          </p:nvSpPr>
          <p:spPr>
            <a:xfrm>
              <a:off x="4674704" y="4594368"/>
              <a:ext cx="331305" cy="503584"/>
            </a:xfrm>
            <a:prstGeom prst="downArrow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箭头: 下 35">
              <a:extLst>
                <a:ext uri="{FF2B5EF4-FFF2-40B4-BE49-F238E27FC236}">
                  <a16:creationId xmlns:a16="http://schemas.microsoft.com/office/drawing/2014/main" id="{D65F9B65-9797-CE70-AEC7-C7841605D93D}"/>
                </a:ext>
              </a:extLst>
            </p:cNvPr>
            <p:cNvSpPr/>
            <p:nvPr/>
          </p:nvSpPr>
          <p:spPr>
            <a:xfrm>
              <a:off x="7185991" y="4594364"/>
              <a:ext cx="331305" cy="503584"/>
            </a:xfrm>
            <a:prstGeom prst="downArrow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箭头: 下 36">
              <a:extLst>
                <a:ext uri="{FF2B5EF4-FFF2-40B4-BE49-F238E27FC236}">
                  <a16:creationId xmlns:a16="http://schemas.microsoft.com/office/drawing/2014/main" id="{7B6CBADD-967F-4A9E-439A-39CE6BDD0D37}"/>
                </a:ext>
              </a:extLst>
            </p:cNvPr>
            <p:cNvSpPr/>
            <p:nvPr/>
          </p:nvSpPr>
          <p:spPr>
            <a:xfrm>
              <a:off x="9698938" y="4594364"/>
              <a:ext cx="331305" cy="503584"/>
            </a:xfrm>
            <a:prstGeom prst="downArrow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AD291F68-A3B4-48EC-45F8-D4685269719E}"/>
                </a:ext>
              </a:extLst>
            </p:cNvPr>
            <p:cNvSpPr/>
            <p:nvPr/>
          </p:nvSpPr>
          <p:spPr>
            <a:xfrm>
              <a:off x="3806688" y="1871866"/>
              <a:ext cx="241851" cy="35780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标注: 下箭头 6">
              <a:extLst>
                <a:ext uri="{FF2B5EF4-FFF2-40B4-BE49-F238E27FC236}">
                  <a16:creationId xmlns:a16="http://schemas.microsoft.com/office/drawing/2014/main" id="{5AEACBDE-8DB5-C759-93ED-7741B1818700}"/>
                </a:ext>
              </a:extLst>
            </p:cNvPr>
            <p:cNvSpPr/>
            <p:nvPr/>
          </p:nvSpPr>
          <p:spPr>
            <a:xfrm>
              <a:off x="3182177" y="1120140"/>
              <a:ext cx="1490871" cy="732676"/>
            </a:xfrm>
            <a:prstGeom prst="downArrowCallout">
              <a:avLst>
                <a:gd name="adj1" fmla="val 10814"/>
                <a:gd name="adj2" fmla="val 11913"/>
                <a:gd name="adj3" fmla="val 17761"/>
                <a:gd name="adj4" fmla="val 65587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原子计数器</a:t>
              </a:r>
            </a:p>
          </p:txBody>
        </p:sp>
        <p:cxnSp>
          <p:nvCxnSpPr>
            <p:cNvPr id="11" name="连接符: 肘形 10">
              <a:extLst>
                <a:ext uri="{FF2B5EF4-FFF2-40B4-BE49-F238E27FC236}">
                  <a16:creationId xmlns:a16="http://schemas.microsoft.com/office/drawing/2014/main" id="{00527BC5-E905-5EA2-081B-311DA6D5B5E8}"/>
                </a:ext>
              </a:extLst>
            </p:cNvPr>
            <p:cNvCxnSpPr>
              <a:cxnSpLocks/>
              <a:stCxn id="2" idx="2"/>
            </p:cNvCxnSpPr>
            <p:nvPr/>
          </p:nvCxnSpPr>
          <p:spPr>
            <a:xfrm rot="5400000">
              <a:off x="2564239" y="1992850"/>
              <a:ext cx="1126551" cy="1600200"/>
            </a:xfrm>
            <a:prstGeom prst="bentConnector3">
              <a:avLst>
                <a:gd name="adj1" fmla="val 43531"/>
              </a:avLst>
            </a:prstGeom>
            <a:ln w="762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连接符: 肘形 50">
              <a:extLst>
                <a:ext uri="{FF2B5EF4-FFF2-40B4-BE49-F238E27FC236}">
                  <a16:creationId xmlns:a16="http://schemas.microsoft.com/office/drawing/2014/main" id="{024AB586-0743-0ADA-3778-1252C196D269}"/>
                </a:ext>
              </a:extLst>
            </p:cNvPr>
            <p:cNvCxnSpPr>
              <a:cxnSpLocks/>
              <a:stCxn id="2" idx="2"/>
            </p:cNvCxnSpPr>
            <p:nvPr/>
          </p:nvCxnSpPr>
          <p:spPr>
            <a:xfrm rot="16200000" flipH="1">
              <a:off x="3819882" y="2337406"/>
              <a:ext cx="1126551" cy="911087"/>
            </a:xfrm>
            <a:prstGeom prst="bentConnector3">
              <a:avLst>
                <a:gd name="adj1" fmla="val 43530"/>
              </a:avLst>
            </a:prstGeom>
            <a:ln w="762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连接符: 肘形 53">
              <a:extLst>
                <a:ext uri="{FF2B5EF4-FFF2-40B4-BE49-F238E27FC236}">
                  <a16:creationId xmlns:a16="http://schemas.microsoft.com/office/drawing/2014/main" id="{60228E1E-6F1C-130D-D9E7-3392601B8768}"/>
                </a:ext>
              </a:extLst>
            </p:cNvPr>
            <p:cNvCxnSpPr>
              <a:cxnSpLocks/>
              <a:stCxn id="2" idx="2"/>
            </p:cNvCxnSpPr>
            <p:nvPr/>
          </p:nvCxnSpPr>
          <p:spPr>
            <a:xfrm rot="16200000" flipH="1">
              <a:off x="5075526" y="1081763"/>
              <a:ext cx="1126551" cy="3422374"/>
            </a:xfrm>
            <a:prstGeom prst="bentConnector3">
              <a:avLst>
                <a:gd name="adj1" fmla="val 43545"/>
              </a:avLst>
            </a:prstGeom>
            <a:ln w="762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连接符: 肘形 56">
              <a:extLst>
                <a:ext uri="{FF2B5EF4-FFF2-40B4-BE49-F238E27FC236}">
                  <a16:creationId xmlns:a16="http://schemas.microsoft.com/office/drawing/2014/main" id="{6E3E9EFA-6F56-3A75-B3D0-18810725F14A}"/>
                </a:ext>
              </a:extLst>
            </p:cNvPr>
            <p:cNvCxnSpPr>
              <a:cxnSpLocks/>
              <a:stCxn id="2" idx="2"/>
            </p:cNvCxnSpPr>
            <p:nvPr/>
          </p:nvCxnSpPr>
          <p:spPr>
            <a:xfrm rot="16200000" flipH="1">
              <a:off x="6331169" y="-173881"/>
              <a:ext cx="1126551" cy="5933661"/>
            </a:xfrm>
            <a:prstGeom prst="bentConnector3">
              <a:avLst>
                <a:gd name="adj1" fmla="val 43413"/>
              </a:avLst>
            </a:prstGeom>
            <a:ln w="762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箭头: 下 2">
              <a:extLst>
                <a:ext uri="{FF2B5EF4-FFF2-40B4-BE49-F238E27FC236}">
                  <a16:creationId xmlns:a16="http://schemas.microsoft.com/office/drawing/2014/main" id="{81A9BCDC-84B8-731E-23FB-121C3F2BB3B4}"/>
                </a:ext>
              </a:extLst>
            </p:cNvPr>
            <p:cNvSpPr/>
            <p:nvPr/>
          </p:nvSpPr>
          <p:spPr>
            <a:xfrm rot="16200000">
              <a:off x="4376048" y="315911"/>
              <a:ext cx="181527" cy="1078395"/>
            </a:xfrm>
            <a:prstGeom prst="downArrow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876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3C1D7-6950-8B4B-0B23-382028435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>
            <a:extLst>
              <a:ext uri="{FF2B5EF4-FFF2-40B4-BE49-F238E27FC236}">
                <a16:creationId xmlns:a16="http://schemas.microsoft.com/office/drawing/2014/main" id="{246BF029-3888-6970-5AF8-A390F2E66F7F}"/>
              </a:ext>
            </a:extLst>
          </p:cNvPr>
          <p:cNvSpPr txBox="1"/>
          <p:nvPr/>
        </p:nvSpPr>
        <p:spPr>
          <a:xfrm>
            <a:off x="324678" y="113290"/>
            <a:ext cx="1384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data_stream</a:t>
            </a:r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3F2964D-7BA4-3B42-A78A-2669A72F02E5}"/>
              </a:ext>
            </a:extLst>
          </p:cNvPr>
          <p:cNvGrpSpPr/>
          <p:nvPr/>
        </p:nvGrpSpPr>
        <p:grpSpPr>
          <a:xfrm>
            <a:off x="1129746" y="1023737"/>
            <a:ext cx="9932508" cy="5357785"/>
            <a:chOff x="1129746" y="1023737"/>
            <a:chExt cx="9932508" cy="5357785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E03A0BA0-7866-C141-6DD2-348AE6183AA6}"/>
                </a:ext>
              </a:extLst>
            </p:cNvPr>
            <p:cNvSpPr/>
            <p:nvPr/>
          </p:nvSpPr>
          <p:spPr>
            <a:xfrm>
              <a:off x="1828800" y="4439475"/>
              <a:ext cx="8534400" cy="630918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帧缓冲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444398D3-89C6-50EF-A4C9-7CBEBD4675FC}"/>
                </a:ext>
              </a:extLst>
            </p:cNvPr>
            <p:cNvSpPr/>
            <p:nvPr/>
          </p:nvSpPr>
          <p:spPr>
            <a:xfrm>
              <a:off x="1129746" y="1025390"/>
              <a:ext cx="2362201" cy="35780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顶点缓冲</a:t>
              </a:r>
            </a:p>
          </p:txBody>
        </p:sp>
        <p:sp>
          <p:nvSpPr>
            <p:cNvPr id="25" name="箭头: 下 24">
              <a:extLst>
                <a:ext uri="{FF2B5EF4-FFF2-40B4-BE49-F238E27FC236}">
                  <a16:creationId xmlns:a16="http://schemas.microsoft.com/office/drawing/2014/main" id="{09CDEDC1-3588-73C9-9FD5-8CCEBFBB0BBE}"/>
                </a:ext>
              </a:extLst>
            </p:cNvPr>
            <p:cNvSpPr/>
            <p:nvPr/>
          </p:nvSpPr>
          <p:spPr>
            <a:xfrm>
              <a:off x="2161759" y="1518215"/>
              <a:ext cx="331305" cy="503584"/>
            </a:xfrm>
            <a:prstGeom prst="downArrow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箭头: 下 33">
              <a:extLst>
                <a:ext uri="{FF2B5EF4-FFF2-40B4-BE49-F238E27FC236}">
                  <a16:creationId xmlns:a16="http://schemas.microsoft.com/office/drawing/2014/main" id="{6BA990F7-6C58-8F73-44E9-93E5C07761FB}"/>
                </a:ext>
              </a:extLst>
            </p:cNvPr>
            <p:cNvSpPr/>
            <p:nvPr/>
          </p:nvSpPr>
          <p:spPr>
            <a:xfrm>
              <a:off x="2161761" y="3870468"/>
              <a:ext cx="331305" cy="503584"/>
            </a:xfrm>
            <a:prstGeom prst="downArrow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0093E952-C8BE-15DD-FFFE-979C75550E51}"/>
                </a:ext>
              </a:extLst>
            </p:cNvPr>
            <p:cNvGrpSpPr/>
            <p:nvPr/>
          </p:nvGrpSpPr>
          <p:grpSpPr>
            <a:xfrm>
              <a:off x="1753427" y="2109790"/>
              <a:ext cx="1147968" cy="1662727"/>
              <a:chOff x="3472901" y="2670734"/>
              <a:chExt cx="1147968" cy="1662727"/>
            </a:xfrm>
          </p:grpSpPr>
          <p:sp>
            <p:nvSpPr>
              <p:cNvPr id="6" name="圆柱体 5">
                <a:extLst>
                  <a:ext uri="{FF2B5EF4-FFF2-40B4-BE49-F238E27FC236}">
                    <a16:creationId xmlns:a16="http://schemas.microsoft.com/office/drawing/2014/main" id="{7444C40D-E99F-2696-CBAD-AC8D33B78594}"/>
                  </a:ext>
                </a:extLst>
              </p:cNvPr>
              <p:cNvSpPr/>
              <p:nvPr/>
            </p:nvSpPr>
            <p:spPr>
              <a:xfrm>
                <a:off x="3472901" y="2670734"/>
                <a:ext cx="1147968" cy="1662727"/>
              </a:xfrm>
              <a:prstGeom prst="can">
                <a:avLst>
                  <a:gd name="adj" fmla="val 33277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渲</a:t>
                </a:r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染</a:t>
                </a:r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管</a:t>
                </a:r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</a:t>
                </a:r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" name="椭圆 1">
                <a:extLst>
                  <a:ext uri="{FF2B5EF4-FFF2-40B4-BE49-F238E27FC236}">
                    <a16:creationId xmlns:a16="http://schemas.microsoft.com/office/drawing/2014/main" id="{C075E7AF-B1C7-99D9-BC11-605A1B10AB38}"/>
                  </a:ext>
                </a:extLst>
              </p:cNvPr>
              <p:cNvSpPr/>
              <p:nvPr/>
            </p:nvSpPr>
            <p:spPr>
              <a:xfrm>
                <a:off x="3657824" y="2693593"/>
                <a:ext cx="382106" cy="168985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F560C321-560F-445A-8454-8C6AC7CC846C}"/>
                  </a:ext>
                </a:extLst>
              </p:cNvPr>
              <p:cNvSpPr/>
              <p:nvPr/>
            </p:nvSpPr>
            <p:spPr>
              <a:xfrm>
                <a:off x="4051301" y="2693593"/>
                <a:ext cx="382106" cy="168985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F5CC61CC-08C0-6710-C557-E9DE8477B6A2}"/>
                  </a:ext>
                </a:extLst>
              </p:cNvPr>
              <p:cNvSpPr/>
              <p:nvPr/>
            </p:nvSpPr>
            <p:spPr>
              <a:xfrm>
                <a:off x="3657824" y="2864499"/>
                <a:ext cx="382106" cy="168985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8E71DE87-EA1C-EB9A-ACC1-FBC362CFA9A0}"/>
                  </a:ext>
                </a:extLst>
              </p:cNvPr>
              <p:cNvSpPr/>
              <p:nvPr/>
            </p:nvSpPr>
            <p:spPr>
              <a:xfrm>
                <a:off x="4051301" y="2862578"/>
                <a:ext cx="382106" cy="168985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95FE4CC0-F4CA-E857-DA4B-90A44F645684}"/>
                  </a:ext>
                </a:extLst>
              </p:cNvPr>
              <p:cNvCxnSpPr>
                <a:cxnSpLocks/>
                <a:stCxn id="2" idx="2"/>
              </p:cNvCxnSpPr>
              <p:nvPr/>
            </p:nvCxnSpPr>
            <p:spPr>
              <a:xfrm>
                <a:off x="3657824" y="2778086"/>
                <a:ext cx="0" cy="220384"/>
              </a:xfrm>
              <a:prstGeom prst="line">
                <a:avLst/>
              </a:prstGeom>
              <a:ln w="1270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1EEB40BA-1D0B-00B1-ECD1-6F32F0579537}"/>
                  </a:ext>
                </a:extLst>
              </p:cNvPr>
              <p:cNvCxnSpPr>
                <a:cxnSpLocks/>
                <a:stCxn id="17" idx="6"/>
              </p:cNvCxnSpPr>
              <p:nvPr/>
            </p:nvCxnSpPr>
            <p:spPr>
              <a:xfrm flipH="1">
                <a:off x="4433406" y="2778086"/>
                <a:ext cx="1" cy="220384"/>
              </a:xfrm>
              <a:prstGeom prst="line">
                <a:avLst/>
              </a:prstGeom>
              <a:ln w="1270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D1973A2F-AA37-E935-B827-DF1DF01FC3AE}"/>
                  </a:ext>
                </a:extLst>
              </p:cNvPr>
              <p:cNvCxnSpPr>
                <a:cxnSpLocks/>
                <a:endCxn id="6" idx="0"/>
              </p:cNvCxnSpPr>
              <p:nvPr/>
            </p:nvCxnSpPr>
            <p:spPr>
              <a:xfrm flipH="1">
                <a:off x="4046885" y="2778085"/>
                <a:ext cx="224" cy="274658"/>
              </a:xfrm>
              <a:prstGeom prst="line">
                <a:avLst/>
              </a:prstGeom>
              <a:ln w="1270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97EED0F-C6CE-DDA1-94EB-3280C95720CC}"/>
                </a:ext>
              </a:extLst>
            </p:cNvPr>
            <p:cNvSpPr/>
            <p:nvPr/>
          </p:nvSpPr>
          <p:spPr>
            <a:xfrm>
              <a:off x="4914899" y="1023737"/>
              <a:ext cx="2362201" cy="35780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顶点缓冲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C543180E-73D5-EF35-E048-30F32EC16610}"/>
                </a:ext>
              </a:extLst>
            </p:cNvPr>
            <p:cNvSpPr/>
            <p:nvPr/>
          </p:nvSpPr>
          <p:spPr>
            <a:xfrm>
              <a:off x="8700053" y="1027872"/>
              <a:ext cx="2362201" cy="35780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顶点缓冲</a:t>
              </a:r>
            </a:p>
          </p:txBody>
        </p:sp>
        <p:sp>
          <p:nvSpPr>
            <p:cNvPr id="15" name="箭头: 下 14">
              <a:extLst>
                <a:ext uri="{FF2B5EF4-FFF2-40B4-BE49-F238E27FC236}">
                  <a16:creationId xmlns:a16="http://schemas.microsoft.com/office/drawing/2014/main" id="{B9E67A52-F68A-BE67-04A8-86CF0E8B5600}"/>
                </a:ext>
              </a:extLst>
            </p:cNvPr>
            <p:cNvSpPr/>
            <p:nvPr/>
          </p:nvSpPr>
          <p:spPr>
            <a:xfrm>
              <a:off x="5930347" y="1518215"/>
              <a:ext cx="331305" cy="503584"/>
            </a:xfrm>
            <a:prstGeom prst="downArrow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箭头: 下 15">
              <a:extLst>
                <a:ext uri="{FF2B5EF4-FFF2-40B4-BE49-F238E27FC236}">
                  <a16:creationId xmlns:a16="http://schemas.microsoft.com/office/drawing/2014/main" id="{E2A63803-94BF-8D47-1E26-E4ABF4076AB6}"/>
                </a:ext>
              </a:extLst>
            </p:cNvPr>
            <p:cNvSpPr/>
            <p:nvPr/>
          </p:nvSpPr>
          <p:spPr>
            <a:xfrm>
              <a:off x="5930349" y="3870468"/>
              <a:ext cx="331305" cy="503584"/>
            </a:xfrm>
            <a:prstGeom prst="downArrow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F179816E-3A10-DE75-EF37-EAE94610D0AC}"/>
                </a:ext>
              </a:extLst>
            </p:cNvPr>
            <p:cNvGrpSpPr/>
            <p:nvPr/>
          </p:nvGrpSpPr>
          <p:grpSpPr>
            <a:xfrm>
              <a:off x="5522015" y="2109790"/>
              <a:ext cx="1147968" cy="1662727"/>
              <a:chOff x="3472901" y="2670734"/>
              <a:chExt cx="1147968" cy="1662727"/>
            </a:xfrm>
          </p:grpSpPr>
          <p:sp>
            <p:nvSpPr>
              <p:cNvPr id="22" name="圆柱体 21">
                <a:extLst>
                  <a:ext uri="{FF2B5EF4-FFF2-40B4-BE49-F238E27FC236}">
                    <a16:creationId xmlns:a16="http://schemas.microsoft.com/office/drawing/2014/main" id="{6A887310-C43C-B657-7FF3-846D0418DCBF}"/>
                  </a:ext>
                </a:extLst>
              </p:cNvPr>
              <p:cNvSpPr/>
              <p:nvPr/>
            </p:nvSpPr>
            <p:spPr>
              <a:xfrm>
                <a:off x="3472901" y="2670734"/>
                <a:ext cx="1147968" cy="1662727"/>
              </a:xfrm>
              <a:prstGeom prst="can">
                <a:avLst>
                  <a:gd name="adj" fmla="val 33277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渲</a:t>
                </a:r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染</a:t>
                </a:r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管</a:t>
                </a:r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</a:t>
                </a:r>
              </a:p>
            </p:txBody>
          </p:sp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6B1E656C-525E-160F-3FB2-E705B3900E9B}"/>
                  </a:ext>
                </a:extLst>
              </p:cNvPr>
              <p:cNvSpPr/>
              <p:nvPr/>
            </p:nvSpPr>
            <p:spPr>
              <a:xfrm>
                <a:off x="3657824" y="2693593"/>
                <a:ext cx="382106" cy="168985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8C354209-6947-8AE6-C50C-C0E740CE1C23}"/>
                  </a:ext>
                </a:extLst>
              </p:cNvPr>
              <p:cNvSpPr/>
              <p:nvPr/>
            </p:nvSpPr>
            <p:spPr>
              <a:xfrm>
                <a:off x="4051301" y="2693593"/>
                <a:ext cx="382106" cy="168985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17245DD7-70A3-A394-DDA1-A628C413CC6B}"/>
                  </a:ext>
                </a:extLst>
              </p:cNvPr>
              <p:cNvSpPr/>
              <p:nvPr/>
            </p:nvSpPr>
            <p:spPr>
              <a:xfrm>
                <a:off x="3657824" y="2864499"/>
                <a:ext cx="382106" cy="168985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7E836FEF-AF4F-568D-6F89-08B8F4595839}"/>
                  </a:ext>
                </a:extLst>
              </p:cNvPr>
              <p:cNvSpPr/>
              <p:nvPr/>
            </p:nvSpPr>
            <p:spPr>
              <a:xfrm>
                <a:off x="4051301" y="2862578"/>
                <a:ext cx="382106" cy="168985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5EB575A6-2400-BE15-8C75-1C711C8AFC90}"/>
                  </a:ext>
                </a:extLst>
              </p:cNvPr>
              <p:cNvCxnSpPr>
                <a:cxnSpLocks/>
                <a:stCxn id="23" idx="2"/>
              </p:cNvCxnSpPr>
              <p:nvPr/>
            </p:nvCxnSpPr>
            <p:spPr>
              <a:xfrm>
                <a:off x="3657824" y="2778086"/>
                <a:ext cx="0" cy="220384"/>
              </a:xfrm>
              <a:prstGeom prst="line">
                <a:avLst/>
              </a:prstGeom>
              <a:ln w="1270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031EAE03-9D9A-F875-7DE5-167C2F92C032}"/>
                  </a:ext>
                </a:extLst>
              </p:cNvPr>
              <p:cNvCxnSpPr>
                <a:cxnSpLocks/>
                <a:stCxn id="24" idx="6"/>
              </p:cNvCxnSpPr>
              <p:nvPr/>
            </p:nvCxnSpPr>
            <p:spPr>
              <a:xfrm flipH="1">
                <a:off x="4433406" y="2778086"/>
                <a:ext cx="1" cy="220384"/>
              </a:xfrm>
              <a:prstGeom prst="line">
                <a:avLst/>
              </a:prstGeom>
              <a:ln w="1270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44E74E67-4DC9-12BE-C5EF-D675A7BBAA87}"/>
                  </a:ext>
                </a:extLst>
              </p:cNvPr>
              <p:cNvCxnSpPr>
                <a:cxnSpLocks/>
                <a:endCxn id="22" idx="0"/>
              </p:cNvCxnSpPr>
              <p:nvPr/>
            </p:nvCxnSpPr>
            <p:spPr>
              <a:xfrm flipH="1">
                <a:off x="4046885" y="2778085"/>
                <a:ext cx="224" cy="274658"/>
              </a:xfrm>
              <a:prstGeom prst="line">
                <a:avLst/>
              </a:prstGeom>
              <a:ln w="1270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箭头: 下 31">
              <a:extLst>
                <a:ext uri="{FF2B5EF4-FFF2-40B4-BE49-F238E27FC236}">
                  <a16:creationId xmlns:a16="http://schemas.microsoft.com/office/drawing/2014/main" id="{325919AF-D1D8-C884-2549-4A8E9703EE7C}"/>
                </a:ext>
              </a:extLst>
            </p:cNvPr>
            <p:cNvSpPr/>
            <p:nvPr/>
          </p:nvSpPr>
          <p:spPr>
            <a:xfrm>
              <a:off x="9722953" y="1518215"/>
              <a:ext cx="331305" cy="503584"/>
            </a:xfrm>
            <a:prstGeom prst="downArrow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箭头: 下 32">
              <a:extLst>
                <a:ext uri="{FF2B5EF4-FFF2-40B4-BE49-F238E27FC236}">
                  <a16:creationId xmlns:a16="http://schemas.microsoft.com/office/drawing/2014/main" id="{E568D0E1-3153-9A4D-3CE3-2A24913D21B8}"/>
                </a:ext>
              </a:extLst>
            </p:cNvPr>
            <p:cNvSpPr/>
            <p:nvPr/>
          </p:nvSpPr>
          <p:spPr>
            <a:xfrm>
              <a:off x="9722955" y="3870468"/>
              <a:ext cx="331305" cy="503584"/>
            </a:xfrm>
            <a:prstGeom prst="downArrow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A98E6868-22AB-2EC9-5B8E-B983882B8EDF}"/>
                </a:ext>
              </a:extLst>
            </p:cNvPr>
            <p:cNvGrpSpPr/>
            <p:nvPr/>
          </p:nvGrpSpPr>
          <p:grpSpPr>
            <a:xfrm>
              <a:off x="9314621" y="2109790"/>
              <a:ext cx="1147968" cy="1662727"/>
              <a:chOff x="3472901" y="2670734"/>
              <a:chExt cx="1147968" cy="1662727"/>
            </a:xfrm>
          </p:grpSpPr>
          <p:sp>
            <p:nvSpPr>
              <p:cNvPr id="36" name="圆柱体 35">
                <a:extLst>
                  <a:ext uri="{FF2B5EF4-FFF2-40B4-BE49-F238E27FC236}">
                    <a16:creationId xmlns:a16="http://schemas.microsoft.com/office/drawing/2014/main" id="{149C9E07-137A-CDA4-DA3D-501F8D265FAA}"/>
                  </a:ext>
                </a:extLst>
              </p:cNvPr>
              <p:cNvSpPr/>
              <p:nvPr/>
            </p:nvSpPr>
            <p:spPr>
              <a:xfrm>
                <a:off x="3472901" y="2670734"/>
                <a:ext cx="1147968" cy="1662727"/>
              </a:xfrm>
              <a:prstGeom prst="can">
                <a:avLst>
                  <a:gd name="adj" fmla="val 33277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渲</a:t>
                </a:r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染</a:t>
                </a:r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管</a:t>
                </a:r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</a:t>
                </a:r>
              </a:p>
            </p:txBody>
          </p:sp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D60E23E7-DC0C-0BE1-FC3A-14ECCBB5B40E}"/>
                  </a:ext>
                </a:extLst>
              </p:cNvPr>
              <p:cNvSpPr/>
              <p:nvPr/>
            </p:nvSpPr>
            <p:spPr>
              <a:xfrm>
                <a:off x="3657824" y="2693593"/>
                <a:ext cx="382106" cy="168985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CEDF4FC4-00C1-09C0-2579-1A29084FDF93}"/>
                  </a:ext>
                </a:extLst>
              </p:cNvPr>
              <p:cNvSpPr/>
              <p:nvPr/>
            </p:nvSpPr>
            <p:spPr>
              <a:xfrm>
                <a:off x="4051301" y="2693593"/>
                <a:ext cx="382106" cy="168985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椭圆 40">
                <a:extLst>
                  <a:ext uri="{FF2B5EF4-FFF2-40B4-BE49-F238E27FC236}">
                    <a16:creationId xmlns:a16="http://schemas.microsoft.com/office/drawing/2014/main" id="{A61C4A6A-1214-8B39-F52F-AAF33C875C6E}"/>
                  </a:ext>
                </a:extLst>
              </p:cNvPr>
              <p:cNvSpPr/>
              <p:nvPr/>
            </p:nvSpPr>
            <p:spPr>
              <a:xfrm>
                <a:off x="3657824" y="2864499"/>
                <a:ext cx="382106" cy="168985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52443D6C-7E7E-FECF-D982-1B66EC2B8295}"/>
                  </a:ext>
                </a:extLst>
              </p:cNvPr>
              <p:cNvSpPr/>
              <p:nvPr/>
            </p:nvSpPr>
            <p:spPr>
              <a:xfrm>
                <a:off x="4051301" y="2862578"/>
                <a:ext cx="382106" cy="168985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31B71885-8A01-200E-CEF7-A503C03F78A5}"/>
                  </a:ext>
                </a:extLst>
              </p:cNvPr>
              <p:cNvCxnSpPr>
                <a:cxnSpLocks/>
                <a:stCxn id="37" idx="2"/>
              </p:cNvCxnSpPr>
              <p:nvPr/>
            </p:nvCxnSpPr>
            <p:spPr>
              <a:xfrm>
                <a:off x="3657824" y="2778086"/>
                <a:ext cx="0" cy="220384"/>
              </a:xfrm>
              <a:prstGeom prst="line">
                <a:avLst/>
              </a:prstGeom>
              <a:ln w="1270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6917792F-154A-95C9-E30F-80D69C161CF6}"/>
                  </a:ext>
                </a:extLst>
              </p:cNvPr>
              <p:cNvCxnSpPr>
                <a:cxnSpLocks/>
                <a:stCxn id="39" idx="6"/>
              </p:cNvCxnSpPr>
              <p:nvPr/>
            </p:nvCxnSpPr>
            <p:spPr>
              <a:xfrm flipH="1">
                <a:off x="4433406" y="2778086"/>
                <a:ext cx="1" cy="220384"/>
              </a:xfrm>
              <a:prstGeom prst="line">
                <a:avLst/>
              </a:prstGeom>
              <a:ln w="1270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99BEEAE1-6317-77C1-E42F-DC6719D10B68}"/>
                  </a:ext>
                </a:extLst>
              </p:cNvPr>
              <p:cNvCxnSpPr>
                <a:cxnSpLocks/>
                <a:endCxn id="36" idx="0"/>
              </p:cNvCxnSpPr>
              <p:nvPr/>
            </p:nvCxnSpPr>
            <p:spPr>
              <a:xfrm flipH="1">
                <a:off x="4046885" y="2778085"/>
                <a:ext cx="224" cy="274658"/>
              </a:xfrm>
              <a:prstGeom prst="line">
                <a:avLst/>
              </a:prstGeom>
              <a:ln w="1270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3B0425BF-3544-A185-8121-BA97C9F967BF}"/>
                </a:ext>
              </a:extLst>
            </p:cNvPr>
            <p:cNvSpPr/>
            <p:nvPr/>
          </p:nvSpPr>
          <p:spPr>
            <a:xfrm>
              <a:off x="1821843" y="5750603"/>
              <a:ext cx="8534400" cy="63091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前端</a:t>
              </a:r>
            </a:p>
          </p:txBody>
        </p:sp>
        <p:sp>
          <p:nvSpPr>
            <p:cNvPr id="47" name="箭头: 下 46">
              <a:extLst>
                <a:ext uri="{FF2B5EF4-FFF2-40B4-BE49-F238E27FC236}">
                  <a16:creationId xmlns:a16="http://schemas.microsoft.com/office/drawing/2014/main" id="{08844EDD-F8BA-A2C0-C4FF-9A53DEA68C50}"/>
                </a:ext>
              </a:extLst>
            </p:cNvPr>
            <p:cNvSpPr/>
            <p:nvPr/>
          </p:nvSpPr>
          <p:spPr>
            <a:xfrm>
              <a:off x="5923391" y="5168946"/>
              <a:ext cx="331305" cy="503584"/>
            </a:xfrm>
            <a:prstGeom prst="downArrow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9408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634959B6-8EDC-84FB-3D97-A22C9705604F}"/>
              </a:ext>
            </a:extLst>
          </p:cNvPr>
          <p:cNvSpPr txBox="1"/>
          <p:nvPr/>
        </p:nvSpPr>
        <p:spPr>
          <a:xfrm>
            <a:off x="185531" y="159026"/>
            <a:ext cx="1749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overall_process</a:t>
            </a:r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14B02FB-802C-9B0E-9435-40EB31DDA72B}"/>
              </a:ext>
            </a:extLst>
          </p:cNvPr>
          <p:cNvGrpSpPr/>
          <p:nvPr/>
        </p:nvGrpSpPr>
        <p:grpSpPr>
          <a:xfrm>
            <a:off x="2252870" y="1779103"/>
            <a:ext cx="6599581" cy="2998308"/>
            <a:chOff x="2252870" y="1779103"/>
            <a:chExt cx="6599581" cy="2998308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7A650624-7ACF-D030-08CF-6270FE3C98C9}"/>
                </a:ext>
              </a:extLst>
            </p:cNvPr>
            <p:cNvSpPr/>
            <p:nvPr/>
          </p:nvSpPr>
          <p:spPr>
            <a:xfrm>
              <a:off x="2252870" y="1779103"/>
              <a:ext cx="1470991" cy="60297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清空帧缓冲</a:t>
              </a:r>
            </a:p>
          </p:txBody>
        </p: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830CF9E8-90AD-674E-A939-5C2EABF32138}"/>
                </a:ext>
              </a:extLst>
            </p:cNvPr>
            <p:cNvSpPr/>
            <p:nvPr/>
          </p:nvSpPr>
          <p:spPr>
            <a:xfrm>
              <a:off x="4625009" y="1779103"/>
              <a:ext cx="1848677" cy="60297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遍历顶点缓冲</a:t>
              </a: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3BD6323E-B7D2-F06A-F3D1-CD1FC8D5424A}"/>
                </a:ext>
              </a:extLst>
            </p:cNvPr>
            <p:cNvSpPr/>
            <p:nvPr/>
          </p:nvSpPr>
          <p:spPr>
            <a:xfrm>
              <a:off x="7374835" y="1779103"/>
              <a:ext cx="1470991" cy="60297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遍历帧缓冲</a:t>
              </a: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27510340-E19E-5D25-5144-897AA32A9846}"/>
                </a:ext>
              </a:extLst>
            </p:cNvPr>
            <p:cNvSpPr/>
            <p:nvPr/>
          </p:nvSpPr>
          <p:spPr>
            <a:xfrm>
              <a:off x="7003774" y="4174436"/>
              <a:ext cx="1848677" cy="60297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前端加载帧缓冲</a:t>
              </a:r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71E3C966-2369-FAA5-BC86-DCF705300BB4}"/>
                </a:ext>
              </a:extLst>
            </p:cNvPr>
            <p:cNvSpPr/>
            <p:nvPr/>
          </p:nvSpPr>
          <p:spPr>
            <a:xfrm>
              <a:off x="4240696" y="4174437"/>
              <a:ext cx="1470990" cy="60297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前端输出</a:t>
              </a: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51353C0C-7700-E743-BDEE-D3419F188913}"/>
                </a:ext>
              </a:extLst>
            </p:cNvPr>
            <p:cNvSpPr/>
            <p:nvPr/>
          </p:nvSpPr>
          <p:spPr>
            <a:xfrm>
              <a:off x="4625008" y="2834307"/>
              <a:ext cx="1848677" cy="60297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渲染管线</a:t>
              </a:r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048CB711-A172-BB87-3D7F-B6852E84BEB2}"/>
                </a:ext>
              </a:extLst>
            </p:cNvPr>
            <p:cNvSpPr/>
            <p:nvPr/>
          </p:nvSpPr>
          <p:spPr>
            <a:xfrm>
              <a:off x="7374834" y="2834307"/>
              <a:ext cx="1470991" cy="60297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片元混合</a:t>
              </a:r>
            </a:p>
          </p:txBody>
        </p:sp>
        <p:cxnSp>
          <p:nvCxnSpPr>
            <p:cNvPr id="15" name="连接符: 肘形 14">
              <a:extLst>
                <a:ext uri="{FF2B5EF4-FFF2-40B4-BE49-F238E27FC236}">
                  <a16:creationId xmlns:a16="http://schemas.microsoft.com/office/drawing/2014/main" id="{88F25CDF-6108-50A8-FE91-896D6F7D83AC}"/>
                </a:ext>
              </a:extLst>
            </p:cNvPr>
            <p:cNvCxnSpPr>
              <a:cxnSpLocks/>
              <a:endCxn id="10" idx="3"/>
            </p:cNvCxnSpPr>
            <p:nvPr/>
          </p:nvCxnSpPr>
          <p:spPr>
            <a:xfrm flipH="1">
              <a:off x="6473685" y="2239614"/>
              <a:ext cx="1" cy="896180"/>
            </a:xfrm>
            <a:prstGeom prst="bentConnector3">
              <a:avLst>
                <a:gd name="adj1" fmla="val -22860000000"/>
              </a:avLst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934FC3DB-2436-8073-8562-3091251DE701}"/>
                </a:ext>
              </a:extLst>
            </p:cNvPr>
            <p:cNvCxnSpPr>
              <a:stCxn id="4" idx="3"/>
              <a:endCxn id="5" idx="1"/>
            </p:cNvCxnSpPr>
            <p:nvPr/>
          </p:nvCxnSpPr>
          <p:spPr>
            <a:xfrm>
              <a:off x="3723861" y="2080590"/>
              <a:ext cx="901148" cy="0"/>
            </a:xfrm>
            <a:prstGeom prst="straightConnector1">
              <a:avLst/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1317BC7F-EF8C-9A1B-453C-0241744847F2}"/>
                </a:ext>
              </a:extLst>
            </p:cNvPr>
            <p:cNvCxnSpPr>
              <a:stCxn id="5" idx="3"/>
              <a:endCxn id="6" idx="1"/>
            </p:cNvCxnSpPr>
            <p:nvPr/>
          </p:nvCxnSpPr>
          <p:spPr>
            <a:xfrm>
              <a:off x="6473686" y="2080590"/>
              <a:ext cx="901149" cy="0"/>
            </a:xfrm>
            <a:prstGeom prst="straightConnector1">
              <a:avLst/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连接符: 肘形 25">
              <a:extLst>
                <a:ext uri="{FF2B5EF4-FFF2-40B4-BE49-F238E27FC236}">
                  <a16:creationId xmlns:a16="http://schemas.microsoft.com/office/drawing/2014/main" id="{02FF4010-9674-6D84-D618-C794BEE5BFF6}"/>
                </a:ext>
              </a:extLst>
            </p:cNvPr>
            <p:cNvCxnSpPr>
              <a:cxnSpLocks/>
              <a:endCxn id="11" idx="3"/>
            </p:cNvCxnSpPr>
            <p:nvPr/>
          </p:nvCxnSpPr>
          <p:spPr>
            <a:xfrm flipH="1">
              <a:off x="8845825" y="2239614"/>
              <a:ext cx="1" cy="896180"/>
            </a:xfrm>
            <a:prstGeom prst="bentConnector3">
              <a:avLst>
                <a:gd name="adj1" fmla="val -22860000000"/>
              </a:avLst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8758B069-71ED-0F43-1FE7-BAB4F4EE18F6}"/>
                </a:ext>
              </a:extLst>
            </p:cNvPr>
            <p:cNvCxnSpPr>
              <a:stCxn id="7" idx="1"/>
              <a:endCxn id="8" idx="3"/>
            </p:cNvCxnSpPr>
            <p:nvPr/>
          </p:nvCxnSpPr>
          <p:spPr>
            <a:xfrm flipH="1">
              <a:off x="5711686" y="4475923"/>
              <a:ext cx="1292088" cy="1"/>
            </a:xfrm>
            <a:prstGeom prst="straightConnector1">
              <a:avLst/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连接符: 肘形 33">
              <a:extLst>
                <a:ext uri="{FF2B5EF4-FFF2-40B4-BE49-F238E27FC236}">
                  <a16:creationId xmlns:a16="http://schemas.microsoft.com/office/drawing/2014/main" id="{F88AA1DF-2FCE-EFD5-105C-ECA04B92F08D}"/>
                </a:ext>
              </a:extLst>
            </p:cNvPr>
            <p:cNvCxnSpPr>
              <a:stCxn id="8" idx="1"/>
              <a:endCxn id="4" idx="2"/>
            </p:cNvCxnSpPr>
            <p:nvPr/>
          </p:nvCxnSpPr>
          <p:spPr>
            <a:xfrm rot="10800000">
              <a:off x="2988366" y="2382078"/>
              <a:ext cx="1252330" cy="2093847"/>
            </a:xfrm>
            <a:prstGeom prst="bentConnector2">
              <a:avLst/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连接符: 肘形 35">
              <a:extLst>
                <a:ext uri="{FF2B5EF4-FFF2-40B4-BE49-F238E27FC236}">
                  <a16:creationId xmlns:a16="http://schemas.microsoft.com/office/drawing/2014/main" id="{96B607D8-F458-244C-2D3F-35A5CB6341C0}"/>
                </a:ext>
              </a:extLst>
            </p:cNvPr>
            <p:cNvCxnSpPr>
              <a:cxnSpLocks/>
              <a:stCxn id="10" idx="1"/>
            </p:cNvCxnSpPr>
            <p:nvPr/>
          </p:nvCxnSpPr>
          <p:spPr>
            <a:xfrm rot="10800000" flipH="1">
              <a:off x="4625007" y="2239614"/>
              <a:ext cx="1" cy="896180"/>
            </a:xfrm>
            <a:prstGeom prst="bentConnector3">
              <a:avLst>
                <a:gd name="adj1" fmla="val -22860000000"/>
              </a:avLst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连接符: 肘形 37">
              <a:extLst>
                <a:ext uri="{FF2B5EF4-FFF2-40B4-BE49-F238E27FC236}">
                  <a16:creationId xmlns:a16="http://schemas.microsoft.com/office/drawing/2014/main" id="{6D2E0029-2C2C-5B3D-4C59-ED9D1BC0F663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 rot="10800000" flipH="1">
              <a:off x="7374833" y="2239614"/>
              <a:ext cx="1" cy="896180"/>
            </a:xfrm>
            <a:prstGeom prst="bentConnector3">
              <a:avLst>
                <a:gd name="adj1" fmla="val -22860000000"/>
              </a:avLst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连接符: 肘形 44">
              <a:extLst>
                <a:ext uri="{FF2B5EF4-FFF2-40B4-BE49-F238E27FC236}">
                  <a16:creationId xmlns:a16="http://schemas.microsoft.com/office/drawing/2014/main" id="{16198672-1EED-4087-8B5E-845CDC02A3D0}"/>
                </a:ext>
              </a:extLst>
            </p:cNvPr>
            <p:cNvCxnSpPr>
              <a:cxnSpLocks/>
              <a:stCxn id="6" idx="3"/>
              <a:endCxn id="7" idx="3"/>
            </p:cNvCxnSpPr>
            <p:nvPr/>
          </p:nvCxnSpPr>
          <p:spPr>
            <a:xfrm>
              <a:off x="8845826" y="2080590"/>
              <a:ext cx="6625" cy="2395333"/>
            </a:xfrm>
            <a:prstGeom prst="bentConnector3">
              <a:avLst>
                <a:gd name="adj1" fmla="val 7251185"/>
              </a:avLst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12234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ED80876-DE22-91EE-A8CD-F67594F8551F}"/>
              </a:ext>
            </a:extLst>
          </p:cNvPr>
          <p:cNvSpPr txBox="1"/>
          <p:nvPr/>
        </p:nvSpPr>
        <p:spPr>
          <a:xfrm>
            <a:off x="198784" y="159026"/>
            <a:ext cx="2028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pplist_back_visual</a:t>
            </a:r>
            <a:endParaRPr lang="zh-CN" altLang="en-US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E95D41-4189-B751-F007-F808C0AEE2A9}"/>
              </a:ext>
            </a:extLst>
          </p:cNvPr>
          <p:cNvGrpSpPr/>
          <p:nvPr/>
        </p:nvGrpSpPr>
        <p:grpSpPr>
          <a:xfrm>
            <a:off x="2097398" y="1265582"/>
            <a:ext cx="5665038" cy="5221356"/>
            <a:chOff x="2097398" y="1265582"/>
            <a:chExt cx="5665038" cy="5221356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F6B9FFE9-C008-1025-8E49-4D5D042294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97398" y="1265582"/>
              <a:ext cx="2819669" cy="5221356"/>
            </a:xfrm>
            <a:prstGeom prst="rect">
              <a:avLst/>
            </a:prstGeom>
          </p:spPr>
        </p:pic>
        <p:sp>
          <p:nvSpPr>
            <p:cNvPr id="16" name="平行四边形 15">
              <a:extLst>
                <a:ext uri="{FF2B5EF4-FFF2-40B4-BE49-F238E27FC236}">
                  <a16:creationId xmlns:a16="http://schemas.microsoft.com/office/drawing/2014/main" id="{D14DF2C5-93C3-690A-47AC-407821D2D6E3}"/>
                </a:ext>
              </a:extLst>
            </p:cNvPr>
            <p:cNvSpPr/>
            <p:nvPr/>
          </p:nvSpPr>
          <p:spPr>
            <a:xfrm rot="16200000">
              <a:off x="4573655" y="2225592"/>
              <a:ext cx="569843" cy="324679"/>
            </a:xfrm>
            <a:prstGeom prst="parallelogram">
              <a:avLst>
                <a:gd name="adj" fmla="val 53571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平行四边形 16">
              <a:extLst>
                <a:ext uri="{FF2B5EF4-FFF2-40B4-BE49-F238E27FC236}">
                  <a16:creationId xmlns:a16="http://schemas.microsoft.com/office/drawing/2014/main" id="{69492C5A-2BFF-9C8B-A807-1EDF2967CA2C}"/>
                </a:ext>
              </a:extLst>
            </p:cNvPr>
            <p:cNvSpPr/>
            <p:nvPr/>
          </p:nvSpPr>
          <p:spPr>
            <a:xfrm rot="16200000">
              <a:off x="5468689" y="1940669"/>
              <a:ext cx="569843" cy="324679"/>
            </a:xfrm>
            <a:prstGeom prst="parallelogram">
              <a:avLst>
                <a:gd name="adj" fmla="val 53571"/>
              </a:avLst>
            </a:prstGeom>
            <a:solidFill>
              <a:srgbClr val="00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平行四边形 17">
              <a:extLst>
                <a:ext uri="{FF2B5EF4-FFF2-40B4-BE49-F238E27FC236}">
                  <a16:creationId xmlns:a16="http://schemas.microsoft.com/office/drawing/2014/main" id="{8AD86B1D-4974-53D4-D21E-F3B592D9F670}"/>
                </a:ext>
              </a:extLst>
            </p:cNvPr>
            <p:cNvSpPr/>
            <p:nvPr/>
          </p:nvSpPr>
          <p:spPr>
            <a:xfrm rot="16200000">
              <a:off x="6372130" y="1655747"/>
              <a:ext cx="569843" cy="324679"/>
            </a:xfrm>
            <a:prstGeom prst="parallelogram">
              <a:avLst>
                <a:gd name="adj" fmla="val 53571"/>
              </a:avLst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45F26131-B6A7-2CE1-EF52-5C7D284420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6245" y="2404110"/>
              <a:ext cx="612331" cy="26797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3A028D27-F17B-1D20-DADB-993DF8141E94}"/>
                </a:ext>
              </a:extLst>
            </p:cNvPr>
            <p:cNvCxnSpPr>
              <a:cxnSpLocks/>
              <a:stCxn id="16" idx="4"/>
            </p:cNvCxnSpPr>
            <p:nvPr/>
          </p:nvCxnSpPr>
          <p:spPr>
            <a:xfrm flipV="1">
              <a:off x="5020916" y="2103008"/>
              <a:ext cx="732694" cy="284923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801D868F-B483-6EC6-C0BD-902A5DF25C94}"/>
                </a:ext>
              </a:extLst>
            </p:cNvPr>
            <p:cNvCxnSpPr>
              <a:cxnSpLocks/>
              <a:stCxn id="17" idx="4"/>
            </p:cNvCxnSpPr>
            <p:nvPr/>
          </p:nvCxnSpPr>
          <p:spPr>
            <a:xfrm flipV="1">
              <a:off x="5915950" y="1818086"/>
              <a:ext cx="736897" cy="284922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C498176D-1013-6444-6FDA-DDCAD14608EA}"/>
                </a:ext>
              </a:extLst>
            </p:cNvPr>
            <p:cNvGrpSpPr/>
            <p:nvPr/>
          </p:nvGrpSpPr>
          <p:grpSpPr>
            <a:xfrm>
              <a:off x="7331740" y="2387930"/>
              <a:ext cx="430696" cy="205740"/>
              <a:chOff x="7540487" y="2047461"/>
              <a:chExt cx="430696" cy="205740"/>
            </a:xfrm>
          </p:grpSpPr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32C65956-1EE2-20D3-A55D-E884F81E6393}"/>
                  </a:ext>
                </a:extLst>
              </p:cNvPr>
              <p:cNvCxnSpPr/>
              <p:nvPr/>
            </p:nvCxnSpPr>
            <p:spPr>
              <a:xfrm>
                <a:off x="7540487" y="2047461"/>
                <a:ext cx="430696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42F30389-3CD0-1832-2EDC-0F8A0A730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19227" y="2149061"/>
                <a:ext cx="282713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BAAFAA94-BF2B-F623-BEDD-D2C114B50D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06250" y="2253201"/>
                <a:ext cx="114410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7" name="连接符: 肘形 36">
              <a:extLst>
                <a:ext uri="{FF2B5EF4-FFF2-40B4-BE49-F238E27FC236}">
                  <a16:creationId xmlns:a16="http://schemas.microsoft.com/office/drawing/2014/main" id="{CB12B1FF-4A2C-A71B-35BE-46C7E7B37C2A}"/>
                </a:ext>
              </a:extLst>
            </p:cNvPr>
            <p:cNvCxnSpPr>
              <a:cxnSpLocks/>
              <a:stCxn id="18" idx="4"/>
            </p:cNvCxnSpPr>
            <p:nvPr/>
          </p:nvCxnSpPr>
          <p:spPr>
            <a:xfrm>
              <a:off x="6819391" y="1818086"/>
              <a:ext cx="727697" cy="531967"/>
            </a:xfrm>
            <a:prstGeom prst="bentConnector3">
              <a:avLst>
                <a:gd name="adj1" fmla="val 100081"/>
              </a:avLst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平行四边形 42">
              <a:extLst>
                <a:ext uri="{FF2B5EF4-FFF2-40B4-BE49-F238E27FC236}">
                  <a16:creationId xmlns:a16="http://schemas.microsoft.com/office/drawing/2014/main" id="{516AC65A-2E85-7516-9241-1C578FFC7275}"/>
                </a:ext>
              </a:extLst>
            </p:cNvPr>
            <p:cNvSpPr/>
            <p:nvPr/>
          </p:nvSpPr>
          <p:spPr>
            <a:xfrm rot="16200000">
              <a:off x="5124256" y="4273825"/>
              <a:ext cx="569843" cy="324679"/>
            </a:xfrm>
            <a:prstGeom prst="parallelogram">
              <a:avLst>
                <a:gd name="adj" fmla="val 53571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平行四边形 43">
              <a:extLst>
                <a:ext uri="{FF2B5EF4-FFF2-40B4-BE49-F238E27FC236}">
                  <a16:creationId xmlns:a16="http://schemas.microsoft.com/office/drawing/2014/main" id="{810FDF7F-82E1-19D0-7087-4DEDE4BBB72F}"/>
                </a:ext>
              </a:extLst>
            </p:cNvPr>
            <p:cNvSpPr/>
            <p:nvPr/>
          </p:nvSpPr>
          <p:spPr>
            <a:xfrm rot="16200000">
              <a:off x="6019290" y="3988902"/>
              <a:ext cx="569843" cy="324679"/>
            </a:xfrm>
            <a:prstGeom prst="parallelogram">
              <a:avLst>
                <a:gd name="adj" fmla="val 53571"/>
              </a:avLst>
            </a:prstGeom>
            <a:solidFill>
              <a:srgbClr val="FF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AEA3CC44-ADDD-6B35-F582-7FF80BDA27EA}"/>
                </a:ext>
              </a:extLst>
            </p:cNvPr>
            <p:cNvCxnSpPr>
              <a:cxnSpLocks/>
              <a:stCxn id="43" idx="4"/>
            </p:cNvCxnSpPr>
            <p:nvPr/>
          </p:nvCxnSpPr>
          <p:spPr>
            <a:xfrm flipV="1">
              <a:off x="5571517" y="4151241"/>
              <a:ext cx="732694" cy="284923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8F89B3E4-6134-55B5-989B-6F545E9B15B0}"/>
                </a:ext>
              </a:extLst>
            </p:cNvPr>
            <p:cNvGrpSpPr/>
            <p:nvPr/>
          </p:nvGrpSpPr>
          <p:grpSpPr>
            <a:xfrm>
              <a:off x="6989188" y="4727711"/>
              <a:ext cx="430696" cy="205740"/>
              <a:chOff x="7540487" y="2047461"/>
              <a:chExt cx="430696" cy="205740"/>
            </a:xfrm>
          </p:grpSpPr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D1F554B4-7CEE-FFC0-1E9D-643ECC17AC0B}"/>
                  </a:ext>
                </a:extLst>
              </p:cNvPr>
              <p:cNvCxnSpPr/>
              <p:nvPr/>
            </p:nvCxnSpPr>
            <p:spPr>
              <a:xfrm>
                <a:off x="7540487" y="2047461"/>
                <a:ext cx="430696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59691F60-EDA5-23DC-C9D3-EEB389E546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19227" y="2149061"/>
                <a:ext cx="282713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292F0866-83E3-E864-B90F-DE7A08D32E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06250" y="2253201"/>
                <a:ext cx="114410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连接符: 肘形 50">
              <a:extLst>
                <a:ext uri="{FF2B5EF4-FFF2-40B4-BE49-F238E27FC236}">
                  <a16:creationId xmlns:a16="http://schemas.microsoft.com/office/drawing/2014/main" id="{3314CBD7-158D-FBA6-BAAF-22D00555BB20}"/>
                </a:ext>
              </a:extLst>
            </p:cNvPr>
            <p:cNvCxnSpPr>
              <a:cxnSpLocks/>
              <a:stCxn id="44" idx="4"/>
            </p:cNvCxnSpPr>
            <p:nvPr/>
          </p:nvCxnSpPr>
          <p:spPr>
            <a:xfrm>
              <a:off x="6466551" y="4151241"/>
              <a:ext cx="737985" cy="538593"/>
            </a:xfrm>
            <a:prstGeom prst="bentConnector3">
              <a:avLst>
                <a:gd name="adj1" fmla="val 100157"/>
              </a:avLst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69EB9738-6113-AAA3-354F-BF51C8022F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60075" y="2692233"/>
              <a:ext cx="935014" cy="419872"/>
            </a:xfrm>
            <a:prstGeom prst="lin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54A27BC2-E5D7-6357-1633-5301B4C1B5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33925" y="4466839"/>
              <a:ext cx="666846" cy="295661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772CDCC1-FB0C-1454-CB55-E6973318A7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92730" y="4800600"/>
              <a:ext cx="662174" cy="308969"/>
            </a:xfrm>
            <a:prstGeom prst="lin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80205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3AC60-0E18-8F1F-5F23-F51A76914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F3A13B9-FF58-6EBB-8C77-2F7DA64DA757}"/>
              </a:ext>
            </a:extLst>
          </p:cNvPr>
          <p:cNvSpPr txBox="1"/>
          <p:nvPr/>
        </p:nvSpPr>
        <p:spPr>
          <a:xfrm>
            <a:off x="198783" y="159026"/>
            <a:ext cx="2035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pplist_front_visual</a:t>
            </a:r>
            <a:endParaRPr lang="zh-CN" altLang="en-US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7864751-936A-A0D4-8258-ADE5049D25B5}"/>
              </a:ext>
            </a:extLst>
          </p:cNvPr>
          <p:cNvGrpSpPr/>
          <p:nvPr/>
        </p:nvGrpSpPr>
        <p:grpSpPr>
          <a:xfrm>
            <a:off x="2097398" y="1126004"/>
            <a:ext cx="5577922" cy="5360934"/>
            <a:chOff x="2097398" y="1126004"/>
            <a:chExt cx="5577922" cy="5360934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3E4F4A38-E590-D94E-D978-55B93C91C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97398" y="1265582"/>
              <a:ext cx="2819669" cy="5221356"/>
            </a:xfrm>
            <a:prstGeom prst="rect">
              <a:avLst/>
            </a:prstGeom>
          </p:spPr>
        </p:pic>
        <p:sp>
          <p:nvSpPr>
            <p:cNvPr id="16" name="平行四边形 15">
              <a:extLst>
                <a:ext uri="{FF2B5EF4-FFF2-40B4-BE49-F238E27FC236}">
                  <a16:creationId xmlns:a16="http://schemas.microsoft.com/office/drawing/2014/main" id="{8AE21AE7-A971-7F62-5C99-D20065598914}"/>
                </a:ext>
              </a:extLst>
            </p:cNvPr>
            <p:cNvSpPr/>
            <p:nvPr/>
          </p:nvSpPr>
          <p:spPr>
            <a:xfrm rot="16200000">
              <a:off x="5429584" y="1818431"/>
              <a:ext cx="569843" cy="324679"/>
            </a:xfrm>
            <a:prstGeom prst="parallelogram">
              <a:avLst>
                <a:gd name="adj" fmla="val 53571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平行四边形 16">
              <a:extLst>
                <a:ext uri="{FF2B5EF4-FFF2-40B4-BE49-F238E27FC236}">
                  <a16:creationId xmlns:a16="http://schemas.microsoft.com/office/drawing/2014/main" id="{51151E31-8A16-167E-F3DA-94F466EFFF40}"/>
                </a:ext>
              </a:extLst>
            </p:cNvPr>
            <p:cNvSpPr/>
            <p:nvPr/>
          </p:nvSpPr>
          <p:spPr>
            <a:xfrm rot="16200000">
              <a:off x="6324618" y="1533508"/>
              <a:ext cx="569843" cy="324679"/>
            </a:xfrm>
            <a:prstGeom prst="parallelogram">
              <a:avLst>
                <a:gd name="adj" fmla="val 53571"/>
              </a:avLst>
            </a:prstGeom>
            <a:solidFill>
              <a:srgbClr val="00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平行四边形 17">
              <a:extLst>
                <a:ext uri="{FF2B5EF4-FFF2-40B4-BE49-F238E27FC236}">
                  <a16:creationId xmlns:a16="http://schemas.microsoft.com/office/drawing/2014/main" id="{026BB1A1-F622-60C3-329D-66727DF94AAA}"/>
                </a:ext>
              </a:extLst>
            </p:cNvPr>
            <p:cNvSpPr/>
            <p:nvPr/>
          </p:nvSpPr>
          <p:spPr>
            <a:xfrm rot="16200000">
              <a:off x="7228059" y="1248586"/>
              <a:ext cx="569843" cy="324679"/>
            </a:xfrm>
            <a:prstGeom prst="parallelogram">
              <a:avLst>
                <a:gd name="adj" fmla="val 53571"/>
              </a:avLst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AFB09603-6845-CFE8-9875-7BF765140AD6}"/>
                </a:ext>
              </a:extLst>
            </p:cNvPr>
            <p:cNvCxnSpPr>
              <a:cxnSpLocks/>
              <a:endCxn id="16" idx="4"/>
            </p:cNvCxnSpPr>
            <p:nvPr/>
          </p:nvCxnSpPr>
          <p:spPr>
            <a:xfrm flipH="1">
              <a:off x="5876845" y="1695847"/>
              <a:ext cx="732694" cy="284923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71BA41BE-2998-EFF4-590E-146556BD92C1}"/>
                </a:ext>
              </a:extLst>
            </p:cNvPr>
            <p:cNvCxnSpPr>
              <a:cxnSpLocks/>
              <a:endCxn id="17" idx="4"/>
            </p:cNvCxnSpPr>
            <p:nvPr/>
          </p:nvCxnSpPr>
          <p:spPr>
            <a:xfrm flipH="1">
              <a:off x="6771879" y="1410925"/>
              <a:ext cx="719304" cy="284922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94276424-93ED-2497-BFA7-2C553522FA2B}"/>
                </a:ext>
              </a:extLst>
            </p:cNvPr>
            <p:cNvGrpSpPr/>
            <p:nvPr/>
          </p:nvGrpSpPr>
          <p:grpSpPr>
            <a:xfrm>
              <a:off x="4940775" y="2486493"/>
              <a:ext cx="430696" cy="205740"/>
              <a:chOff x="7540487" y="2047461"/>
              <a:chExt cx="430696" cy="205740"/>
            </a:xfrm>
          </p:grpSpPr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86E5177D-50A6-18EA-9865-81A564973FCE}"/>
                  </a:ext>
                </a:extLst>
              </p:cNvPr>
              <p:cNvCxnSpPr/>
              <p:nvPr/>
            </p:nvCxnSpPr>
            <p:spPr>
              <a:xfrm>
                <a:off x="7540487" y="2047461"/>
                <a:ext cx="430696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148E47C0-7BBB-6617-7159-A0A6ED44A8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19227" y="2149061"/>
                <a:ext cx="282713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C22AF648-EE92-8A28-3C25-3F00A0A508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06250" y="2253201"/>
                <a:ext cx="114410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7" name="连接符: 肘形 36">
              <a:extLst>
                <a:ext uri="{FF2B5EF4-FFF2-40B4-BE49-F238E27FC236}">
                  <a16:creationId xmlns:a16="http://schemas.microsoft.com/office/drawing/2014/main" id="{3194AF01-DA21-B7E1-309C-3F633A60A41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5156126" y="2031383"/>
              <a:ext cx="549973" cy="413694"/>
            </a:xfrm>
            <a:prstGeom prst="bentConnector3">
              <a:avLst>
                <a:gd name="adj1" fmla="val 99879"/>
              </a:avLst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9F87BF8C-D612-4E61-DDFF-3D4E4E345E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63885" y="2487764"/>
              <a:ext cx="1311925" cy="628151"/>
            </a:xfrm>
            <a:prstGeom prst="lin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连接符: 肘形 63">
              <a:extLst>
                <a:ext uri="{FF2B5EF4-FFF2-40B4-BE49-F238E27FC236}">
                  <a16:creationId xmlns:a16="http://schemas.microsoft.com/office/drawing/2014/main" id="{A3747051-0C3F-679F-28ED-A5A13E6C9459}"/>
                </a:ext>
              </a:extLst>
            </p:cNvPr>
            <p:cNvCxnSpPr>
              <a:cxnSpLocks/>
              <a:endCxn id="18" idx="2"/>
            </p:cNvCxnSpPr>
            <p:nvPr/>
          </p:nvCxnSpPr>
          <p:spPr>
            <a:xfrm flipV="1">
              <a:off x="4585335" y="1212971"/>
              <a:ext cx="2927646" cy="1270983"/>
            </a:xfrm>
            <a:prstGeom prst="bentConnector4">
              <a:avLst>
                <a:gd name="adj1" fmla="val -666"/>
                <a:gd name="adj2" fmla="val 131611"/>
              </a:avLst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平行四边形 100">
              <a:extLst>
                <a:ext uri="{FF2B5EF4-FFF2-40B4-BE49-F238E27FC236}">
                  <a16:creationId xmlns:a16="http://schemas.microsoft.com/office/drawing/2014/main" id="{371BC680-ED52-2239-0F19-1DCC11F6AB43}"/>
                </a:ext>
              </a:extLst>
            </p:cNvPr>
            <p:cNvSpPr/>
            <p:nvPr/>
          </p:nvSpPr>
          <p:spPr>
            <a:xfrm rot="16200000">
              <a:off x="5932640" y="3918654"/>
              <a:ext cx="569843" cy="324679"/>
            </a:xfrm>
            <a:prstGeom prst="parallelogram">
              <a:avLst>
                <a:gd name="adj" fmla="val 53571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平行四边形 101">
              <a:extLst>
                <a:ext uri="{FF2B5EF4-FFF2-40B4-BE49-F238E27FC236}">
                  <a16:creationId xmlns:a16="http://schemas.microsoft.com/office/drawing/2014/main" id="{BE65ACA4-D019-FA3D-AF63-EFC4A430D8A4}"/>
                </a:ext>
              </a:extLst>
            </p:cNvPr>
            <p:cNvSpPr/>
            <p:nvPr/>
          </p:nvSpPr>
          <p:spPr>
            <a:xfrm rot="16200000">
              <a:off x="6827674" y="3633731"/>
              <a:ext cx="569843" cy="324679"/>
            </a:xfrm>
            <a:prstGeom prst="parallelogram">
              <a:avLst>
                <a:gd name="adj" fmla="val 53571"/>
              </a:avLst>
            </a:prstGeom>
            <a:solidFill>
              <a:srgbClr val="FF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ECF3827B-F8FE-FAAA-1E07-2751FE54F8E7}"/>
                </a:ext>
              </a:extLst>
            </p:cNvPr>
            <p:cNvCxnSpPr>
              <a:cxnSpLocks/>
              <a:endCxn id="101" idx="4"/>
            </p:cNvCxnSpPr>
            <p:nvPr/>
          </p:nvCxnSpPr>
          <p:spPr>
            <a:xfrm flipH="1">
              <a:off x="6379901" y="3796070"/>
              <a:ext cx="732694" cy="284923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CFCD1A0A-BB75-BA4A-CB1F-9CB66038AD90}"/>
                </a:ext>
              </a:extLst>
            </p:cNvPr>
            <p:cNvGrpSpPr/>
            <p:nvPr/>
          </p:nvGrpSpPr>
          <p:grpSpPr>
            <a:xfrm>
              <a:off x="5443831" y="4586716"/>
              <a:ext cx="430696" cy="205740"/>
              <a:chOff x="7540487" y="2047461"/>
              <a:chExt cx="430696" cy="205740"/>
            </a:xfrm>
          </p:grpSpPr>
          <p:cxnSp>
            <p:nvCxnSpPr>
              <p:cNvPr id="107" name="直接连接符 106">
                <a:extLst>
                  <a:ext uri="{FF2B5EF4-FFF2-40B4-BE49-F238E27FC236}">
                    <a16:creationId xmlns:a16="http://schemas.microsoft.com/office/drawing/2014/main" id="{D5D7E492-CE2C-FC8A-4613-E626A5E0BDCD}"/>
                  </a:ext>
                </a:extLst>
              </p:cNvPr>
              <p:cNvCxnSpPr/>
              <p:nvPr/>
            </p:nvCxnSpPr>
            <p:spPr>
              <a:xfrm>
                <a:off x="7540487" y="2047461"/>
                <a:ext cx="430696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接连接符 107">
                <a:extLst>
                  <a:ext uri="{FF2B5EF4-FFF2-40B4-BE49-F238E27FC236}">
                    <a16:creationId xmlns:a16="http://schemas.microsoft.com/office/drawing/2014/main" id="{6DF71FB2-054B-DC47-C3C1-18A20F9EDD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19227" y="2149061"/>
                <a:ext cx="282713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接连接符 108">
                <a:extLst>
                  <a:ext uri="{FF2B5EF4-FFF2-40B4-BE49-F238E27FC236}">
                    <a16:creationId xmlns:a16="http://schemas.microsoft.com/office/drawing/2014/main" id="{C24F7C77-4749-8D96-175C-FC68F27F33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06250" y="2253201"/>
                <a:ext cx="114410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0" name="连接符: 肘形 109">
              <a:extLst>
                <a:ext uri="{FF2B5EF4-FFF2-40B4-BE49-F238E27FC236}">
                  <a16:creationId xmlns:a16="http://schemas.microsoft.com/office/drawing/2014/main" id="{B585E0B6-2248-D20E-A9DA-7D2B55BE4361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5659182" y="4131606"/>
              <a:ext cx="549973" cy="413694"/>
            </a:xfrm>
            <a:prstGeom prst="bentConnector3">
              <a:avLst>
                <a:gd name="adj1" fmla="val 99879"/>
              </a:avLst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C33B4AE9-59C7-FBEE-BA8C-B457DA13A7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3244" y="4587987"/>
              <a:ext cx="1095622" cy="514029"/>
            </a:xfrm>
            <a:prstGeom prst="lin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连接符: 肘形 111">
              <a:extLst>
                <a:ext uri="{FF2B5EF4-FFF2-40B4-BE49-F238E27FC236}">
                  <a16:creationId xmlns:a16="http://schemas.microsoft.com/office/drawing/2014/main" id="{F08C9142-93EF-1058-9554-4FD3D1E7A1AF}"/>
                </a:ext>
              </a:extLst>
            </p:cNvPr>
            <p:cNvCxnSpPr>
              <a:cxnSpLocks/>
              <a:endCxn id="102" idx="2"/>
            </p:cNvCxnSpPr>
            <p:nvPr/>
          </p:nvCxnSpPr>
          <p:spPr>
            <a:xfrm flipV="1">
              <a:off x="5088391" y="3598116"/>
              <a:ext cx="2024205" cy="986061"/>
            </a:xfrm>
            <a:prstGeom prst="bentConnector4">
              <a:avLst>
                <a:gd name="adj1" fmla="val -893"/>
                <a:gd name="adj2" fmla="val 139277"/>
              </a:avLst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01609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9C8B7DF-D616-04A6-05FE-C9F42690DB0A}"/>
              </a:ext>
            </a:extLst>
          </p:cNvPr>
          <p:cNvSpPr txBox="1"/>
          <p:nvPr/>
        </p:nvSpPr>
        <p:spPr>
          <a:xfrm>
            <a:off x="169606" y="162232"/>
            <a:ext cx="715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C0675D3-CF85-505D-9F83-6675DC19BD7F}"/>
              </a:ext>
            </a:extLst>
          </p:cNvPr>
          <p:cNvSpPr/>
          <p:nvPr/>
        </p:nvSpPr>
        <p:spPr>
          <a:xfrm>
            <a:off x="1541419" y="2834952"/>
            <a:ext cx="1355357" cy="50844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next_pos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9ED8290-1204-1F7B-4DAD-29C1C149B2C2}"/>
              </a:ext>
            </a:extLst>
          </p:cNvPr>
          <p:cNvSpPr/>
          <p:nvPr/>
        </p:nvSpPr>
        <p:spPr>
          <a:xfrm>
            <a:off x="2896776" y="2834952"/>
            <a:ext cx="1355357" cy="50844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in_use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FE5F209-4965-F47D-FE13-1916A1952F2A}"/>
              </a:ext>
            </a:extLst>
          </p:cNvPr>
          <p:cNvSpPr/>
          <p:nvPr/>
        </p:nvSpPr>
        <p:spPr>
          <a:xfrm>
            <a:off x="4252134" y="2834952"/>
            <a:ext cx="5718952" cy="50844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......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38A8052-E606-A806-4807-A4E7D443E847}"/>
              </a:ext>
            </a:extLst>
          </p:cNvPr>
          <p:cNvSpPr txBox="1"/>
          <p:nvPr/>
        </p:nvSpPr>
        <p:spPr>
          <a:xfrm>
            <a:off x="1397622" y="3343394"/>
            <a:ext cx="331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EED4B35-618D-58D4-79AB-2271AAC512D6}"/>
              </a:ext>
            </a:extLst>
          </p:cNvPr>
          <p:cNvSpPr txBox="1"/>
          <p:nvPr/>
        </p:nvSpPr>
        <p:spPr>
          <a:xfrm>
            <a:off x="2745606" y="3344016"/>
            <a:ext cx="331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3D09357-5861-DCF9-AAED-2FE4BB1AD4EB}"/>
              </a:ext>
            </a:extLst>
          </p:cNvPr>
          <p:cNvSpPr txBox="1"/>
          <p:nvPr/>
        </p:nvSpPr>
        <p:spPr>
          <a:xfrm>
            <a:off x="4089898" y="3343394"/>
            <a:ext cx="331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10CE5AC-0E6F-2E0A-B4F6-8B4F2CA4621A}"/>
              </a:ext>
            </a:extLst>
          </p:cNvPr>
          <p:cNvSpPr txBox="1"/>
          <p:nvPr/>
        </p:nvSpPr>
        <p:spPr>
          <a:xfrm>
            <a:off x="9645554" y="3343394"/>
            <a:ext cx="743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4096</a:t>
            </a:r>
            <a:endParaRPr lang="zh-CN" altLang="en-US" dirty="0"/>
          </a:p>
        </p:txBody>
      </p:sp>
      <p:sp>
        <p:nvSpPr>
          <p:cNvPr id="12" name="左大括号 11">
            <a:extLst>
              <a:ext uri="{FF2B5EF4-FFF2-40B4-BE49-F238E27FC236}">
                <a16:creationId xmlns:a16="http://schemas.microsoft.com/office/drawing/2014/main" id="{3ACCDBCB-CA1A-4F3D-9BF0-434932DD5EA2}"/>
              </a:ext>
            </a:extLst>
          </p:cNvPr>
          <p:cNvSpPr/>
          <p:nvPr/>
        </p:nvSpPr>
        <p:spPr>
          <a:xfrm rot="5400000">
            <a:off x="2760464" y="1194920"/>
            <a:ext cx="272624" cy="2710713"/>
          </a:xfrm>
          <a:prstGeom prst="leftBrace">
            <a:avLst>
              <a:gd name="adj1" fmla="val 68182"/>
              <a:gd name="adj2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71A50C5-F7E7-2EF2-17B1-62293D9F8912}"/>
              </a:ext>
            </a:extLst>
          </p:cNvPr>
          <p:cNvSpPr txBox="1"/>
          <p:nvPr/>
        </p:nvSpPr>
        <p:spPr>
          <a:xfrm>
            <a:off x="2575410" y="2044010"/>
            <a:ext cx="642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头部</a:t>
            </a:r>
          </a:p>
        </p:txBody>
      </p:sp>
      <p:sp>
        <p:nvSpPr>
          <p:cNvPr id="14" name="左大括号 13">
            <a:extLst>
              <a:ext uri="{FF2B5EF4-FFF2-40B4-BE49-F238E27FC236}">
                <a16:creationId xmlns:a16="http://schemas.microsoft.com/office/drawing/2014/main" id="{92BF571A-502D-F1AE-FA46-9BDD70C873B0}"/>
              </a:ext>
            </a:extLst>
          </p:cNvPr>
          <p:cNvSpPr/>
          <p:nvPr/>
        </p:nvSpPr>
        <p:spPr>
          <a:xfrm rot="5400000">
            <a:off x="6975298" y="-309822"/>
            <a:ext cx="272624" cy="5718954"/>
          </a:xfrm>
          <a:prstGeom prst="leftBrace">
            <a:avLst>
              <a:gd name="adj1" fmla="val 68182"/>
              <a:gd name="adj2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7FD1156-C2BF-19C6-C424-2AFB3443E7B6}"/>
              </a:ext>
            </a:extLst>
          </p:cNvPr>
          <p:cNvSpPr txBox="1"/>
          <p:nvPr/>
        </p:nvSpPr>
        <p:spPr>
          <a:xfrm>
            <a:off x="6790244" y="2044010"/>
            <a:ext cx="642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</p:spTree>
    <p:extLst>
      <p:ext uri="{BB962C8B-B14F-4D97-AF65-F5344CB8AC3E}">
        <p14:creationId xmlns:p14="http://schemas.microsoft.com/office/powerpoint/2010/main" val="591809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B56C5-8A3B-08E4-1D40-00A14EC69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10A4C7E-F932-5E0F-2D89-CCA2D0F76325}"/>
              </a:ext>
            </a:extLst>
          </p:cNvPr>
          <p:cNvSpPr txBox="1"/>
          <p:nvPr/>
        </p:nvSpPr>
        <p:spPr>
          <a:xfrm>
            <a:off x="169606" y="162232"/>
            <a:ext cx="1301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CAS-insert</a:t>
            </a:r>
            <a:endParaRPr lang="zh-CN" altLang="en-US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B1EABB8-21D1-96B1-E58D-A9D9257AA483}"/>
              </a:ext>
            </a:extLst>
          </p:cNvPr>
          <p:cNvGrpSpPr/>
          <p:nvPr/>
        </p:nvGrpSpPr>
        <p:grpSpPr>
          <a:xfrm>
            <a:off x="269953" y="2060714"/>
            <a:ext cx="11544360" cy="1544576"/>
            <a:chOff x="269953" y="2060714"/>
            <a:chExt cx="11544360" cy="154457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椭圆 44">
                  <a:extLst>
                    <a:ext uri="{FF2B5EF4-FFF2-40B4-BE49-F238E27FC236}">
                      <a16:creationId xmlns:a16="http://schemas.microsoft.com/office/drawing/2014/main" id="{DEADAB82-5609-7FEA-2AB3-4C2D2B6382FB}"/>
                    </a:ext>
                  </a:extLst>
                </p:cNvPr>
                <p:cNvSpPr/>
                <p:nvPr/>
              </p:nvSpPr>
              <p:spPr>
                <a:xfrm>
                  <a:off x="10567271" y="2060714"/>
                  <a:ext cx="617564" cy="617564"/>
                </a:xfrm>
                <a:prstGeom prst="ellipse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𝑝𝑜𝑠𝑡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5" name="椭圆 44">
                  <a:extLst>
                    <a:ext uri="{FF2B5EF4-FFF2-40B4-BE49-F238E27FC236}">
                      <a16:creationId xmlns:a16="http://schemas.microsoft.com/office/drawing/2014/main" id="{DEADAB82-5609-7FEA-2AB3-4C2D2B6382F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67271" y="2060714"/>
                  <a:ext cx="617564" cy="617564"/>
                </a:xfrm>
                <a:prstGeom prst="ellipse">
                  <a:avLst/>
                </a:prstGeom>
                <a:blipFill>
                  <a:blip r:embed="rId2"/>
                  <a:stretch>
                    <a:fillRect l="-3846" r="-2885"/>
                  </a:stretch>
                </a:blip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04FDF20F-73CF-A575-92FC-C90A99A386F6}"/>
                </a:ext>
              </a:extLst>
            </p:cNvPr>
            <p:cNvCxnSpPr>
              <a:cxnSpLocks/>
              <a:stCxn id="83" idx="6"/>
              <a:endCxn id="45" idx="2"/>
            </p:cNvCxnSpPr>
            <p:nvPr/>
          </p:nvCxnSpPr>
          <p:spPr>
            <a:xfrm>
              <a:off x="9690742" y="2369496"/>
              <a:ext cx="876529" cy="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2F3BC8FF-E960-52D8-5B8C-C486C50FC7BD}"/>
                </a:ext>
              </a:extLst>
            </p:cNvPr>
            <p:cNvCxnSpPr>
              <a:cxnSpLocks/>
              <a:endCxn id="83" idx="2"/>
            </p:cNvCxnSpPr>
            <p:nvPr/>
          </p:nvCxnSpPr>
          <p:spPr>
            <a:xfrm>
              <a:off x="8395252" y="2369496"/>
              <a:ext cx="677926" cy="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F2DABCFE-B9AE-45F6-47BF-F8C91E9C6A4E}"/>
                </a:ext>
              </a:extLst>
            </p:cNvPr>
            <p:cNvCxnSpPr>
              <a:cxnSpLocks/>
              <a:stCxn id="45" idx="6"/>
            </p:cNvCxnSpPr>
            <p:nvPr/>
          </p:nvCxnSpPr>
          <p:spPr>
            <a:xfrm>
              <a:off x="11184835" y="2369496"/>
              <a:ext cx="629478" cy="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EDA0C47B-D36E-B3C1-0C43-094FF66A864A}"/>
                </a:ext>
              </a:extLst>
            </p:cNvPr>
            <p:cNvCxnSpPr>
              <a:cxnSpLocks/>
              <a:stCxn id="83" idx="5"/>
              <a:endCxn id="84" idx="1"/>
            </p:cNvCxnSpPr>
            <p:nvPr/>
          </p:nvCxnSpPr>
          <p:spPr>
            <a:xfrm>
              <a:off x="9600302" y="2587838"/>
              <a:ext cx="310362" cy="490328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2CB93AC5-6389-978A-F4F3-C3967A0E1050}"/>
                </a:ext>
              </a:extLst>
            </p:cNvPr>
            <p:cNvCxnSpPr>
              <a:cxnSpLocks/>
              <a:stCxn id="84" idx="7"/>
              <a:endCxn id="45" idx="3"/>
            </p:cNvCxnSpPr>
            <p:nvPr/>
          </p:nvCxnSpPr>
          <p:spPr>
            <a:xfrm flipV="1">
              <a:off x="10347348" y="2587838"/>
              <a:ext cx="310363" cy="490328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" name="椭圆 82">
                  <a:extLst>
                    <a:ext uri="{FF2B5EF4-FFF2-40B4-BE49-F238E27FC236}">
                      <a16:creationId xmlns:a16="http://schemas.microsoft.com/office/drawing/2014/main" id="{51652620-490A-3078-827E-960752D6EF1E}"/>
                    </a:ext>
                  </a:extLst>
                </p:cNvPr>
                <p:cNvSpPr/>
                <p:nvPr/>
              </p:nvSpPr>
              <p:spPr>
                <a:xfrm>
                  <a:off x="9073178" y="2060714"/>
                  <a:ext cx="617564" cy="617564"/>
                </a:xfrm>
                <a:prstGeom prst="ellipse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3" name="椭圆 82">
                  <a:extLst>
                    <a:ext uri="{FF2B5EF4-FFF2-40B4-BE49-F238E27FC236}">
                      <a16:creationId xmlns:a16="http://schemas.microsoft.com/office/drawing/2014/main" id="{51652620-490A-3078-827E-960752D6EF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73178" y="2060714"/>
                  <a:ext cx="617564" cy="617564"/>
                </a:xfrm>
                <a:prstGeom prst="ellipse">
                  <a:avLst/>
                </a:prstGeom>
                <a:blipFill>
                  <a:blip r:embed="rId3"/>
                  <a:stretch>
                    <a:fillRect l="-4808" r="-2885"/>
                  </a:stretch>
                </a:blip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4" name="椭圆 83">
                  <a:extLst>
                    <a:ext uri="{FF2B5EF4-FFF2-40B4-BE49-F238E27FC236}">
                      <a16:creationId xmlns:a16="http://schemas.microsoft.com/office/drawing/2014/main" id="{0C3F8342-B0A1-58A7-1D58-F11BD0E24A90}"/>
                    </a:ext>
                  </a:extLst>
                </p:cNvPr>
                <p:cNvSpPr/>
                <p:nvPr/>
              </p:nvSpPr>
              <p:spPr>
                <a:xfrm>
                  <a:off x="9820224" y="2987726"/>
                  <a:ext cx="617564" cy="617564"/>
                </a:xfrm>
                <a:prstGeom prst="ellipse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4" name="椭圆 83">
                  <a:extLst>
                    <a:ext uri="{FF2B5EF4-FFF2-40B4-BE49-F238E27FC236}">
                      <a16:creationId xmlns:a16="http://schemas.microsoft.com/office/drawing/2014/main" id="{0C3F8342-B0A1-58A7-1D58-F11BD0E24A9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20224" y="2987726"/>
                  <a:ext cx="617564" cy="617564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4" name="椭圆 103">
                  <a:extLst>
                    <a:ext uri="{FF2B5EF4-FFF2-40B4-BE49-F238E27FC236}">
                      <a16:creationId xmlns:a16="http://schemas.microsoft.com/office/drawing/2014/main" id="{72B4815C-47D4-64D8-9091-416AAFB2DEDE}"/>
                    </a:ext>
                  </a:extLst>
                </p:cNvPr>
                <p:cNvSpPr/>
                <p:nvPr/>
              </p:nvSpPr>
              <p:spPr>
                <a:xfrm>
                  <a:off x="6484845" y="2060714"/>
                  <a:ext cx="617564" cy="617564"/>
                </a:xfrm>
                <a:prstGeom prst="ellipse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𝑝𝑜𝑠𝑡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4" name="椭圆 103">
                  <a:extLst>
                    <a:ext uri="{FF2B5EF4-FFF2-40B4-BE49-F238E27FC236}">
                      <a16:creationId xmlns:a16="http://schemas.microsoft.com/office/drawing/2014/main" id="{72B4815C-47D4-64D8-9091-416AAFB2DED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84845" y="2060714"/>
                  <a:ext cx="617564" cy="617564"/>
                </a:xfrm>
                <a:prstGeom prst="ellipse">
                  <a:avLst/>
                </a:prstGeom>
                <a:blipFill>
                  <a:blip r:embed="rId5"/>
                  <a:stretch>
                    <a:fillRect l="-3883" r="-2913"/>
                  </a:stretch>
                </a:blip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5D8B82CD-4CFE-37CC-3193-1ECFFF226F85}"/>
                </a:ext>
              </a:extLst>
            </p:cNvPr>
            <p:cNvCxnSpPr>
              <a:cxnSpLocks/>
              <a:stCxn id="110" idx="6"/>
              <a:endCxn id="104" idx="2"/>
            </p:cNvCxnSpPr>
            <p:nvPr/>
          </p:nvCxnSpPr>
          <p:spPr>
            <a:xfrm>
              <a:off x="5608316" y="2369496"/>
              <a:ext cx="876529" cy="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73E92FCC-F942-9530-4634-B084A4B64FFE}"/>
                </a:ext>
              </a:extLst>
            </p:cNvPr>
            <p:cNvCxnSpPr>
              <a:cxnSpLocks/>
              <a:endCxn id="110" idx="2"/>
            </p:cNvCxnSpPr>
            <p:nvPr/>
          </p:nvCxnSpPr>
          <p:spPr>
            <a:xfrm>
              <a:off x="4312826" y="2369496"/>
              <a:ext cx="677926" cy="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7A2BAAA1-933F-F990-08D4-5A186EFB57AC}"/>
                </a:ext>
              </a:extLst>
            </p:cNvPr>
            <p:cNvCxnSpPr>
              <a:cxnSpLocks/>
              <a:stCxn id="104" idx="6"/>
            </p:cNvCxnSpPr>
            <p:nvPr/>
          </p:nvCxnSpPr>
          <p:spPr>
            <a:xfrm>
              <a:off x="7102409" y="2369496"/>
              <a:ext cx="629478" cy="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箭头连接符 108">
              <a:extLst>
                <a:ext uri="{FF2B5EF4-FFF2-40B4-BE49-F238E27FC236}">
                  <a16:creationId xmlns:a16="http://schemas.microsoft.com/office/drawing/2014/main" id="{F4D2FFAD-6566-873E-0D52-BCCBFE22A034}"/>
                </a:ext>
              </a:extLst>
            </p:cNvPr>
            <p:cNvCxnSpPr>
              <a:cxnSpLocks/>
              <a:stCxn id="111" idx="7"/>
              <a:endCxn id="104" idx="3"/>
            </p:cNvCxnSpPr>
            <p:nvPr/>
          </p:nvCxnSpPr>
          <p:spPr>
            <a:xfrm flipV="1">
              <a:off x="6264922" y="2587838"/>
              <a:ext cx="310363" cy="490328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0" name="椭圆 109">
                  <a:extLst>
                    <a:ext uri="{FF2B5EF4-FFF2-40B4-BE49-F238E27FC236}">
                      <a16:creationId xmlns:a16="http://schemas.microsoft.com/office/drawing/2014/main" id="{353ABA78-438C-1D6C-3F18-F0276F00A0CD}"/>
                    </a:ext>
                  </a:extLst>
                </p:cNvPr>
                <p:cNvSpPr/>
                <p:nvPr/>
              </p:nvSpPr>
              <p:spPr>
                <a:xfrm>
                  <a:off x="4990752" y="2060714"/>
                  <a:ext cx="617564" cy="617564"/>
                </a:xfrm>
                <a:prstGeom prst="ellipse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0" name="椭圆 109">
                  <a:extLst>
                    <a:ext uri="{FF2B5EF4-FFF2-40B4-BE49-F238E27FC236}">
                      <a16:creationId xmlns:a16="http://schemas.microsoft.com/office/drawing/2014/main" id="{353ABA78-438C-1D6C-3F18-F0276F00A0C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90752" y="2060714"/>
                  <a:ext cx="617564" cy="617564"/>
                </a:xfrm>
                <a:prstGeom prst="ellipse">
                  <a:avLst/>
                </a:prstGeom>
                <a:blipFill>
                  <a:blip r:embed="rId6"/>
                  <a:stretch>
                    <a:fillRect l="-5825" r="-2913"/>
                  </a:stretch>
                </a:blip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1" name="椭圆 110">
                  <a:extLst>
                    <a:ext uri="{FF2B5EF4-FFF2-40B4-BE49-F238E27FC236}">
                      <a16:creationId xmlns:a16="http://schemas.microsoft.com/office/drawing/2014/main" id="{CB6A8DFB-C3F6-E147-86A2-6C7813109192}"/>
                    </a:ext>
                  </a:extLst>
                </p:cNvPr>
                <p:cNvSpPr/>
                <p:nvPr/>
              </p:nvSpPr>
              <p:spPr>
                <a:xfrm>
                  <a:off x="5737798" y="2987726"/>
                  <a:ext cx="617564" cy="617564"/>
                </a:xfrm>
                <a:prstGeom prst="ellipse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1" name="椭圆 110">
                  <a:extLst>
                    <a:ext uri="{FF2B5EF4-FFF2-40B4-BE49-F238E27FC236}">
                      <a16:creationId xmlns:a16="http://schemas.microsoft.com/office/drawing/2014/main" id="{CB6A8DFB-C3F6-E147-86A2-6C781310919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7798" y="2987726"/>
                  <a:ext cx="617564" cy="617564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2" name="椭圆 111">
                  <a:extLst>
                    <a:ext uri="{FF2B5EF4-FFF2-40B4-BE49-F238E27FC236}">
                      <a16:creationId xmlns:a16="http://schemas.microsoft.com/office/drawing/2014/main" id="{06DCA033-2D64-8263-6896-1B6045E88E19}"/>
                    </a:ext>
                  </a:extLst>
                </p:cNvPr>
                <p:cNvSpPr/>
                <p:nvPr/>
              </p:nvSpPr>
              <p:spPr>
                <a:xfrm>
                  <a:off x="2441972" y="2060714"/>
                  <a:ext cx="617564" cy="617564"/>
                </a:xfrm>
                <a:prstGeom prst="ellipse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𝑝𝑜𝑠𝑡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2" name="椭圆 111">
                  <a:extLst>
                    <a:ext uri="{FF2B5EF4-FFF2-40B4-BE49-F238E27FC236}">
                      <a16:creationId xmlns:a16="http://schemas.microsoft.com/office/drawing/2014/main" id="{06DCA033-2D64-8263-6896-1B6045E88E1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1972" y="2060714"/>
                  <a:ext cx="617564" cy="617564"/>
                </a:xfrm>
                <a:prstGeom prst="ellipse">
                  <a:avLst/>
                </a:prstGeom>
                <a:blipFill>
                  <a:blip r:embed="rId8"/>
                  <a:stretch>
                    <a:fillRect l="-3883" r="-2913"/>
                  </a:stretch>
                </a:blip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3" name="直接箭头连接符 112">
              <a:extLst>
                <a:ext uri="{FF2B5EF4-FFF2-40B4-BE49-F238E27FC236}">
                  <a16:creationId xmlns:a16="http://schemas.microsoft.com/office/drawing/2014/main" id="{82CB37D4-60F8-13F2-506F-0121905CB73F}"/>
                </a:ext>
              </a:extLst>
            </p:cNvPr>
            <p:cNvCxnSpPr>
              <a:cxnSpLocks/>
              <a:stCxn id="118" idx="6"/>
              <a:endCxn id="112" idx="2"/>
            </p:cNvCxnSpPr>
            <p:nvPr/>
          </p:nvCxnSpPr>
          <p:spPr>
            <a:xfrm>
              <a:off x="1565443" y="2369496"/>
              <a:ext cx="876529" cy="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箭头连接符 113">
              <a:extLst>
                <a:ext uri="{FF2B5EF4-FFF2-40B4-BE49-F238E27FC236}">
                  <a16:creationId xmlns:a16="http://schemas.microsoft.com/office/drawing/2014/main" id="{4A0AD08D-1086-A83C-B9A0-79E83F8264DB}"/>
                </a:ext>
              </a:extLst>
            </p:cNvPr>
            <p:cNvCxnSpPr>
              <a:cxnSpLocks/>
              <a:endCxn id="118" idx="2"/>
            </p:cNvCxnSpPr>
            <p:nvPr/>
          </p:nvCxnSpPr>
          <p:spPr>
            <a:xfrm>
              <a:off x="269953" y="2369496"/>
              <a:ext cx="677926" cy="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箭头连接符 114">
              <a:extLst>
                <a:ext uri="{FF2B5EF4-FFF2-40B4-BE49-F238E27FC236}">
                  <a16:creationId xmlns:a16="http://schemas.microsoft.com/office/drawing/2014/main" id="{2C395729-F89F-B8FC-2DDE-65B9D3A9C7AC}"/>
                </a:ext>
              </a:extLst>
            </p:cNvPr>
            <p:cNvCxnSpPr>
              <a:cxnSpLocks/>
              <a:stCxn id="112" idx="6"/>
            </p:cNvCxnSpPr>
            <p:nvPr/>
          </p:nvCxnSpPr>
          <p:spPr>
            <a:xfrm>
              <a:off x="3059536" y="2369496"/>
              <a:ext cx="629478" cy="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8" name="椭圆 117">
                  <a:extLst>
                    <a:ext uri="{FF2B5EF4-FFF2-40B4-BE49-F238E27FC236}">
                      <a16:creationId xmlns:a16="http://schemas.microsoft.com/office/drawing/2014/main" id="{48D31AE5-09B6-0609-C7C2-442422A732D7}"/>
                    </a:ext>
                  </a:extLst>
                </p:cNvPr>
                <p:cNvSpPr/>
                <p:nvPr/>
              </p:nvSpPr>
              <p:spPr>
                <a:xfrm>
                  <a:off x="947879" y="2060714"/>
                  <a:ext cx="617564" cy="617564"/>
                </a:xfrm>
                <a:prstGeom prst="ellipse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8" name="椭圆 117">
                  <a:extLst>
                    <a:ext uri="{FF2B5EF4-FFF2-40B4-BE49-F238E27FC236}">
                      <a16:creationId xmlns:a16="http://schemas.microsoft.com/office/drawing/2014/main" id="{48D31AE5-09B6-0609-C7C2-442422A732D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879" y="2060714"/>
                  <a:ext cx="617564" cy="617564"/>
                </a:xfrm>
                <a:prstGeom prst="ellipse">
                  <a:avLst/>
                </a:prstGeom>
                <a:blipFill>
                  <a:blip r:embed="rId9"/>
                  <a:stretch>
                    <a:fillRect l="-4808" r="-2885"/>
                  </a:stretch>
                </a:blip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9" name="椭圆 118">
                  <a:extLst>
                    <a:ext uri="{FF2B5EF4-FFF2-40B4-BE49-F238E27FC236}">
                      <a16:creationId xmlns:a16="http://schemas.microsoft.com/office/drawing/2014/main" id="{F9A4FCF9-A98E-19B4-1DEB-CCCD0ED93088}"/>
                    </a:ext>
                  </a:extLst>
                </p:cNvPr>
                <p:cNvSpPr/>
                <p:nvPr/>
              </p:nvSpPr>
              <p:spPr>
                <a:xfrm>
                  <a:off x="1694925" y="2987726"/>
                  <a:ext cx="617564" cy="617564"/>
                </a:xfrm>
                <a:prstGeom prst="ellipse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9" name="椭圆 118">
                  <a:extLst>
                    <a:ext uri="{FF2B5EF4-FFF2-40B4-BE49-F238E27FC236}">
                      <a16:creationId xmlns:a16="http://schemas.microsoft.com/office/drawing/2014/main" id="{F9A4FCF9-A98E-19B4-1DEB-CCCD0ED930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94925" y="2987726"/>
                  <a:ext cx="617564" cy="617564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0" name="箭头: 下 119">
              <a:extLst>
                <a:ext uri="{FF2B5EF4-FFF2-40B4-BE49-F238E27FC236}">
                  <a16:creationId xmlns:a16="http://schemas.microsoft.com/office/drawing/2014/main" id="{03DA7090-6CC0-AE71-6B1F-6FEB117D993E}"/>
                </a:ext>
              </a:extLst>
            </p:cNvPr>
            <p:cNvSpPr/>
            <p:nvPr/>
          </p:nvSpPr>
          <p:spPr>
            <a:xfrm rot="16200000">
              <a:off x="3834599" y="2735933"/>
              <a:ext cx="331305" cy="503584"/>
            </a:xfrm>
            <a:prstGeom prst="downArrow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箭头: 下 120">
              <a:extLst>
                <a:ext uri="{FF2B5EF4-FFF2-40B4-BE49-F238E27FC236}">
                  <a16:creationId xmlns:a16="http://schemas.microsoft.com/office/drawing/2014/main" id="{F2C687AA-6D91-8B7C-4516-11428B3DD321}"/>
                </a:ext>
              </a:extLst>
            </p:cNvPr>
            <p:cNvSpPr/>
            <p:nvPr/>
          </p:nvSpPr>
          <p:spPr>
            <a:xfrm rot="16200000">
              <a:off x="7909012" y="2735932"/>
              <a:ext cx="331305" cy="503584"/>
            </a:xfrm>
            <a:prstGeom prst="downArrow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A482D66C-A113-77B3-4DC1-F00AC3FB4601}"/>
                    </a:ext>
                  </a:extLst>
                </p:cNvPr>
                <p:cNvSpPr txBox="1"/>
                <p:nvPr/>
              </p:nvSpPr>
              <p:spPr>
                <a:xfrm>
                  <a:off x="6716765" y="3168801"/>
                  <a:ext cx="2715797" cy="3907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𝐶𝐴𝑆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𝑛𝑒𝑥𝑡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𝑝𝑜𝑠𝑡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A482D66C-A113-77B3-4DC1-F00AC3FB46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6765" y="3168801"/>
                  <a:ext cx="2715797" cy="390748"/>
                </a:xfrm>
                <a:prstGeom prst="rect">
                  <a:avLst/>
                </a:prstGeom>
                <a:blipFill>
                  <a:blip r:embed="rId11"/>
                  <a:stretch>
                    <a:fillRect b="-781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EB6637EC-BA8B-35AB-75EF-7F6187946758}"/>
                    </a:ext>
                  </a:extLst>
                </p:cNvPr>
                <p:cNvSpPr txBox="1"/>
                <p:nvPr/>
              </p:nvSpPr>
              <p:spPr>
                <a:xfrm>
                  <a:off x="3092323" y="3168801"/>
                  <a:ext cx="1815856" cy="3907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𝑛𝑒𝑥𝑡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≔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𝑝𝑜𝑠𝑡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EB6637EC-BA8B-35AB-75EF-7F61879467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2323" y="3168801"/>
                  <a:ext cx="1815856" cy="390748"/>
                </a:xfrm>
                <a:prstGeom prst="rect">
                  <a:avLst/>
                </a:prstGeom>
                <a:blipFill>
                  <a:blip r:embed="rId12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66347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5CCEFD5-87B5-1CD7-AECC-3D0F80CB941C}"/>
              </a:ext>
            </a:extLst>
          </p:cNvPr>
          <p:cNvSpPr txBox="1"/>
          <p:nvPr/>
        </p:nvSpPr>
        <p:spPr>
          <a:xfrm>
            <a:off x="251791" y="152400"/>
            <a:ext cx="1550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vertex_buffer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108F1E6-0213-6A6C-E4DB-CD0F13CE266D}"/>
              </a:ext>
            </a:extLst>
          </p:cNvPr>
          <p:cNvSpPr/>
          <p:nvPr/>
        </p:nvSpPr>
        <p:spPr>
          <a:xfrm>
            <a:off x="3081130" y="2991681"/>
            <a:ext cx="437321" cy="4373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563A6F-A0D0-65EA-CC83-F96CBD409B10}"/>
              </a:ext>
            </a:extLst>
          </p:cNvPr>
          <p:cNvSpPr/>
          <p:nvPr/>
        </p:nvSpPr>
        <p:spPr>
          <a:xfrm>
            <a:off x="3518451" y="2991680"/>
            <a:ext cx="437321" cy="4373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23AE9A9-B3B1-4E4A-A92B-F57B740E9705}"/>
              </a:ext>
            </a:extLst>
          </p:cNvPr>
          <p:cNvSpPr/>
          <p:nvPr/>
        </p:nvSpPr>
        <p:spPr>
          <a:xfrm>
            <a:off x="3955772" y="2991681"/>
            <a:ext cx="437321" cy="4373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5A3E467-EE54-3052-F243-10A950FB4408}"/>
              </a:ext>
            </a:extLst>
          </p:cNvPr>
          <p:cNvSpPr/>
          <p:nvPr/>
        </p:nvSpPr>
        <p:spPr>
          <a:xfrm>
            <a:off x="4393093" y="2991680"/>
            <a:ext cx="437321" cy="4373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EB7FEAF-6E19-BB46-61D1-BFD8BADD79EC}"/>
              </a:ext>
            </a:extLst>
          </p:cNvPr>
          <p:cNvSpPr/>
          <p:nvPr/>
        </p:nvSpPr>
        <p:spPr>
          <a:xfrm>
            <a:off x="4830414" y="2991680"/>
            <a:ext cx="437321" cy="4373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F9BE91A-356D-9180-E7D1-C5EC3BA30A2D}"/>
              </a:ext>
            </a:extLst>
          </p:cNvPr>
          <p:cNvSpPr/>
          <p:nvPr/>
        </p:nvSpPr>
        <p:spPr>
          <a:xfrm>
            <a:off x="5267735" y="2991679"/>
            <a:ext cx="437321" cy="4373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440741E-4B68-2F2E-E1F9-82153085FD6C}"/>
              </a:ext>
            </a:extLst>
          </p:cNvPr>
          <p:cNvSpPr/>
          <p:nvPr/>
        </p:nvSpPr>
        <p:spPr>
          <a:xfrm>
            <a:off x="5705056" y="2991680"/>
            <a:ext cx="437321" cy="4373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15F69BA-1041-4FED-BDC0-17E5F7ED5021}"/>
              </a:ext>
            </a:extLst>
          </p:cNvPr>
          <p:cNvSpPr/>
          <p:nvPr/>
        </p:nvSpPr>
        <p:spPr>
          <a:xfrm>
            <a:off x="6142377" y="2991679"/>
            <a:ext cx="437321" cy="4373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D4243D2-3852-4931-A174-F7FF5296BB14}"/>
              </a:ext>
            </a:extLst>
          </p:cNvPr>
          <p:cNvSpPr/>
          <p:nvPr/>
        </p:nvSpPr>
        <p:spPr>
          <a:xfrm>
            <a:off x="6579698" y="2991679"/>
            <a:ext cx="437321" cy="4373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13A32E0-CD61-C12C-A75B-B99DF0DC0B8D}"/>
              </a:ext>
            </a:extLst>
          </p:cNvPr>
          <p:cNvSpPr/>
          <p:nvPr/>
        </p:nvSpPr>
        <p:spPr>
          <a:xfrm>
            <a:off x="7454340" y="2991679"/>
            <a:ext cx="437321" cy="4373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546E856-56AB-A2BE-3C25-094185B79547}"/>
              </a:ext>
            </a:extLst>
          </p:cNvPr>
          <p:cNvSpPr/>
          <p:nvPr/>
        </p:nvSpPr>
        <p:spPr>
          <a:xfrm>
            <a:off x="7891661" y="2991679"/>
            <a:ext cx="437321" cy="4373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15EF7B3-ED38-E15B-0DE3-61F2674B8511}"/>
              </a:ext>
            </a:extLst>
          </p:cNvPr>
          <p:cNvSpPr/>
          <p:nvPr/>
        </p:nvSpPr>
        <p:spPr>
          <a:xfrm>
            <a:off x="3385927" y="1755047"/>
            <a:ext cx="437321" cy="4373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X</a:t>
            </a:r>
            <a:endParaRPr lang="zh-CN" altLang="en-US" i="1" dirty="0">
              <a:solidFill>
                <a:schemeClr val="tx1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59F0EC3-4D4B-34FE-45AE-9251B35A018C}"/>
              </a:ext>
            </a:extLst>
          </p:cNvPr>
          <p:cNvSpPr/>
          <p:nvPr/>
        </p:nvSpPr>
        <p:spPr>
          <a:xfrm>
            <a:off x="3823248" y="1755048"/>
            <a:ext cx="437321" cy="4373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Y</a:t>
            </a:r>
            <a:endParaRPr lang="zh-CN" altLang="en-US" i="1" dirty="0">
              <a:solidFill>
                <a:schemeClr val="tx1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B4A467E-85E8-4761-12D9-017BB8B446BA}"/>
              </a:ext>
            </a:extLst>
          </p:cNvPr>
          <p:cNvSpPr/>
          <p:nvPr/>
        </p:nvSpPr>
        <p:spPr>
          <a:xfrm>
            <a:off x="4260569" y="1755047"/>
            <a:ext cx="437321" cy="4373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Z</a:t>
            </a:r>
            <a:endParaRPr lang="zh-CN" altLang="en-US" i="1" dirty="0">
              <a:solidFill>
                <a:schemeClr val="tx1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6464323E-DC60-BA7F-E6D4-F8AC4E2C7DFA}"/>
              </a:ext>
            </a:extLst>
          </p:cNvPr>
          <p:cNvCxnSpPr>
            <a:stCxn id="6" idx="0"/>
            <a:endCxn id="22" idx="2"/>
          </p:cNvCxnSpPr>
          <p:nvPr/>
        </p:nvCxnSpPr>
        <p:spPr>
          <a:xfrm flipV="1">
            <a:off x="3299791" y="2192368"/>
            <a:ext cx="304797" cy="799313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50B305F1-1B82-B264-276A-F95F2187910E}"/>
              </a:ext>
            </a:extLst>
          </p:cNvPr>
          <p:cNvSpPr/>
          <p:nvPr/>
        </p:nvSpPr>
        <p:spPr>
          <a:xfrm>
            <a:off x="4041908" y="4009651"/>
            <a:ext cx="437321" cy="4373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X</a:t>
            </a:r>
            <a:endParaRPr lang="zh-CN" altLang="en-US" i="1" dirty="0">
              <a:solidFill>
                <a:schemeClr val="tx1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6543E7E-9222-ED54-59E7-94FD07F85DFE}"/>
              </a:ext>
            </a:extLst>
          </p:cNvPr>
          <p:cNvSpPr/>
          <p:nvPr/>
        </p:nvSpPr>
        <p:spPr>
          <a:xfrm>
            <a:off x="4479229" y="4009653"/>
            <a:ext cx="437321" cy="43731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Y</a:t>
            </a:r>
            <a:endParaRPr lang="zh-CN" altLang="en-US" i="1" dirty="0">
              <a:solidFill>
                <a:schemeClr val="tx1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EAC4891-6987-7D93-2446-8D168438E3FF}"/>
              </a:ext>
            </a:extLst>
          </p:cNvPr>
          <p:cNvSpPr/>
          <p:nvPr/>
        </p:nvSpPr>
        <p:spPr>
          <a:xfrm>
            <a:off x="4916550" y="4009651"/>
            <a:ext cx="437321" cy="4373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Z</a:t>
            </a:r>
            <a:endParaRPr lang="zh-CN" altLang="en-US" i="1" dirty="0">
              <a:solidFill>
                <a:schemeClr val="tx1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DF0A4255-7E53-EEED-3979-E6A140518A6D}"/>
              </a:ext>
            </a:extLst>
          </p:cNvPr>
          <p:cNvCxnSpPr>
            <a:cxnSpLocks/>
            <a:stCxn id="7" idx="2"/>
            <a:endCxn id="30" idx="0"/>
          </p:cNvCxnSpPr>
          <p:nvPr/>
        </p:nvCxnSpPr>
        <p:spPr>
          <a:xfrm>
            <a:off x="3737112" y="3429001"/>
            <a:ext cx="523457" cy="58065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04E38E94-584D-C70D-FCCB-FE0081CD6B7C}"/>
              </a:ext>
            </a:extLst>
          </p:cNvPr>
          <p:cNvSpPr/>
          <p:nvPr/>
        </p:nvSpPr>
        <p:spPr>
          <a:xfrm>
            <a:off x="5135211" y="2076416"/>
            <a:ext cx="437321" cy="4373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X</a:t>
            </a:r>
            <a:endParaRPr lang="zh-CN" altLang="en-US" i="1" dirty="0">
              <a:solidFill>
                <a:schemeClr val="tx1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0898F3F-B9BA-4C2B-592F-3129F5EA7552}"/>
              </a:ext>
            </a:extLst>
          </p:cNvPr>
          <p:cNvSpPr/>
          <p:nvPr/>
        </p:nvSpPr>
        <p:spPr>
          <a:xfrm>
            <a:off x="5572532" y="2076417"/>
            <a:ext cx="437321" cy="4373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Y</a:t>
            </a:r>
            <a:endParaRPr lang="zh-CN" altLang="en-US" i="1" dirty="0">
              <a:solidFill>
                <a:schemeClr val="tx1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6D12E23-A5D3-DFE3-BEDA-18B14EA6D645}"/>
              </a:ext>
            </a:extLst>
          </p:cNvPr>
          <p:cNvSpPr/>
          <p:nvPr/>
        </p:nvSpPr>
        <p:spPr>
          <a:xfrm>
            <a:off x="6009853" y="2076416"/>
            <a:ext cx="437321" cy="4373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Z</a:t>
            </a:r>
            <a:endParaRPr lang="zh-CN" altLang="en-US" i="1" dirty="0">
              <a:solidFill>
                <a:schemeClr val="tx1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541B2186-9844-42C7-69EA-6C09A8777B37}"/>
              </a:ext>
            </a:extLst>
          </p:cNvPr>
          <p:cNvCxnSpPr>
            <a:cxnSpLocks/>
            <a:stCxn id="8" idx="0"/>
            <a:endCxn id="38" idx="2"/>
          </p:cNvCxnSpPr>
          <p:nvPr/>
        </p:nvCxnSpPr>
        <p:spPr>
          <a:xfrm flipV="1">
            <a:off x="4174433" y="2513737"/>
            <a:ext cx="1179439" cy="477944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94AF57BF-D417-8D37-200E-CFD807007ED3}"/>
              </a:ext>
            </a:extLst>
          </p:cNvPr>
          <p:cNvSpPr/>
          <p:nvPr/>
        </p:nvSpPr>
        <p:spPr>
          <a:xfrm>
            <a:off x="3385926" y="1527316"/>
            <a:ext cx="1311964" cy="2293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vertex 1</a:t>
            </a:r>
            <a:endParaRPr lang="zh-CN" altLang="en-US" sz="1200" dirty="0">
              <a:solidFill>
                <a:schemeClr val="tx1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F0D62B6-6931-8F58-0EDC-0428EC0E100F}"/>
              </a:ext>
            </a:extLst>
          </p:cNvPr>
          <p:cNvSpPr/>
          <p:nvPr/>
        </p:nvSpPr>
        <p:spPr>
          <a:xfrm>
            <a:off x="5135210" y="1847106"/>
            <a:ext cx="1311964" cy="2293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vertex 2</a:t>
            </a:r>
            <a:endParaRPr lang="zh-CN" altLang="en-US" sz="1200" dirty="0">
              <a:solidFill>
                <a:schemeClr val="tx1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516CAFA-3436-D40F-B14B-641A1B854EBE}"/>
              </a:ext>
            </a:extLst>
          </p:cNvPr>
          <p:cNvSpPr/>
          <p:nvPr/>
        </p:nvSpPr>
        <p:spPr>
          <a:xfrm>
            <a:off x="4041908" y="4446972"/>
            <a:ext cx="1311964" cy="2293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vertex 3</a:t>
            </a:r>
            <a:endParaRPr lang="zh-CN" altLang="en-US" sz="1200" dirty="0">
              <a:solidFill>
                <a:schemeClr val="tx1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F1357B3-8BD7-444B-9ADD-68D163CB39E7}"/>
              </a:ext>
            </a:extLst>
          </p:cNvPr>
          <p:cNvSpPr/>
          <p:nvPr/>
        </p:nvSpPr>
        <p:spPr>
          <a:xfrm>
            <a:off x="7017019" y="2991679"/>
            <a:ext cx="437321" cy="4373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3214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63D08-431B-0A88-81B4-A1D704BEA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A4E8C93-E1D2-2835-C9D6-6C286144E4CA}"/>
              </a:ext>
            </a:extLst>
          </p:cNvPr>
          <p:cNvSpPr txBox="1"/>
          <p:nvPr/>
        </p:nvSpPr>
        <p:spPr>
          <a:xfrm>
            <a:off x="251791" y="152400"/>
            <a:ext cx="1550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process_lv0</a:t>
            </a:r>
            <a:endParaRPr lang="zh-CN" altLang="en-US" dirty="0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96AC69E2-A50C-CA30-063E-2D469A732D81}"/>
              </a:ext>
            </a:extLst>
          </p:cNvPr>
          <p:cNvSpPr/>
          <p:nvPr/>
        </p:nvSpPr>
        <p:spPr>
          <a:xfrm>
            <a:off x="9329531" y="2317477"/>
            <a:ext cx="1470991" cy="60297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清空帧缓冲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DAA8BF4-E9FC-6DE0-9946-B2C150D8C72B}"/>
              </a:ext>
            </a:extLst>
          </p:cNvPr>
          <p:cNvSpPr/>
          <p:nvPr/>
        </p:nvSpPr>
        <p:spPr>
          <a:xfrm>
            <a:off x="4870172" y="2317477"/>
            <a:ext cx="1848677" cy="60297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前端加载帧缓冲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137913B-D37C-7BA3-AB70-455EA8D8B40C}"/>
              </a:ext>
            </a:extLst>
          </p:cNvPr>
          <p:cNvSpPr/>
          <p:nvPr/>
        </p:nvSpPr>
        <p:spPr>
          <a:xfrm>
            <a:off x="7288695" y="2317477"/>
            <a:ext cx="1470990" cy="60297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前端输出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05CF88B-6C89-DC04-807B-7D19EBEA56BF}"/>
              </a:ext>
            </a:extLst>
          </p:cNvPr>
          <p:cNvSpPr/>
          <p:nvPr/>
        </p:nvSpPr>
        <p:spPr>
          <a:xfrm>
            <a:off x="788498" y="2317477"/>
            <a:ext cx="1470991" cy="60297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渲染管线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D24F2EF-A545-15EE-86D1-C0973F017990}"/>
              </a:ext>
            </a:extLst>
          </p:cNvPr>
          <p:cNvSpPr/>
          <p:nvPr/>
        </p:nvSpPr>
        <p:spPr>
          <a:xfrm>
            <a:off x="2829335" y="2317477"/>
            <a:ext cx="1470991" cy="60297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片元混合</a:t>
            </a:r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0EA48B9B-61FD-676F-9584-332FA6A0E724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>
            <a:off x="2259489" y="2618964"/>
            <a:ext cx="569846" cy="0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0987E023-534C-BDDB-089F-6072E3763981}"/>
              </a:ext>
            </a:extLst>
          </p:cNvPr>
          <p:cNvCxnSpPr>
            <a:cxnSpLocks/>
            <a:stCxn id="17" idx="3"/>
            <a:endCxn id="14" idx="1"/>
          </p:cNvCxnSpPr>
          <p:nvPr/>
        </p:nvCxnSpPr>
        <p:spPr>
          <a:xfrm>
            <a:off x="4300326" y="2618964"/>
            <a:ext cx="569846" cy="0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ED4EEABC-F522-7669-CDB7-B12AA1B8B858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6718849" y="2618964"/>
            <a:ext cx="569846" cy="0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5D5B1BE4-F341-B0E1-7D50-B14423FDEC17}"/>
              </a:ext>
            </a:extLst>
          </p:cNvPr>
          <p:cNvCxnSpPr>
            <a:cxnSpLocks/>
            <a:stCxn id="15" idx="3"/>
            <a:endCxn id="2" idx="1"/>
          </p:cNvCxnSpPr>
          <p:nvPr/>
        </p:nvCxnSpPr>
        <p:spPr>
          <a:xfrm>
            <a:off x="8759685" y="2618964"/>
            <a:ext cx="569846" cy="0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连接符: 肘形 76">
            <a:extLst>
              <a:ext uri="{FF2B5EF4-FFF2-40B4-BE49-F238E27FC236}">
                <a16:creationId xmlns:a16="http://schemas.microsoft.com/office/drawing/2014/main" id="{9AE832E8-4554-48F9-5691-8258A46256A0}"/>
              </a:ext>
            </a:extLst>
          </p:cNvPr>
          <p:cNvCxnSpPr>
            <a:cxnSpLocks/>
          </p:cNvCxnSpPr>
          <p:nvPr/>
        </p:nvCxnSpPr>
        <p:spPr>
          <a:xfrm flipH="1">
            <a:off x="779533" y="2618964"/>
            <a:ext cx="10012024" cy="12700"/>
          </a:xfrm>
          <a:prstGeom prst="bentConnector5">
            <a:avLst>
              <a:gd name="adj1" fmla="val -2283"/>
              <a:gd name="adj2" fmla="val 7982614"/>
              <a:gd name="adj3" fmla="val 102283"/>
            </a:avLst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2007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3C2F6-2D97-5F04-6948-A52DFEB59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CC777B66-E6E6-4337-E1DE-5744EC068C4A}"/>
              </a:ext>
            </a:extLst>
          </p:cNvPr>
          <p:cNvSpPr txBox="1"/>
          <p:nvPr/>
        </p:nvSpPr>
        <p:spPr>
          <a:xfrm>
            <a:off x="185531" y="159026"/>
            <a:ext cx="1749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process_lv0</a:t>
            </a:r>
            <a:endParaRPr lang="zh-CN" altLang="en-US" dirty="0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68691C1F-6A0A-B733-1AAF-9FDED890389C}"/>
              </a:ext>
            </a:extLst>
          </p:cNvPr>
          <p:cNvGrpSpPr/>
          <p:nvPr/>
        </p:nvGrpSpPr>
        <p:grpSpPr>
          <a:xfrm>
            <a:off x="2252870" y="1779103"/>
            <a:ext cx="5936421" cy="2211648"/>
            <a:chOff x="2252870" y="1779103"/>
            <a:chExt cx="5936421" cy="2211648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BC80FCA1-E46E-8B8C-7EE2-0761714615B4}"/>
                </a:ext>
              </a:extLst>
            </p:cNvPr>
            <p:cNvSpPr/>
            <p:nvPr/>
          </p:nvSpPr>
          <p:spPr>
            <a:xfrm>
              <a:off x="2252870" y="1779103"/>
              <a:ext cx="1470991" cy="60297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清空帧缓冲</a:t>
              </a: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5044A852-D40D-14CA-9ABF-EC0BF697CF98}"/>
                </a:ext>
              </a:extLst>
            </p:cNvPr>
            <p:cNvSpPr/>
            <p:nvPr/>
          </p:nvSpPr>
          <p:spPr>
            <a:xfrm>
              <a:off x="6327914" y="3387777"/>
              <a:ext cx="1848677" cy="60297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前端加载帧缓冲</a:t>
              </a:r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4A92A8BB-2BFA-B2CA-852E-C4F09D4181D4}"/>
                </a:ext>
              </a:extLst>
            </p:cNvPr>
            <p:cNvSpPr/>
            <p:nvPr/>
          </p:nvSpPr>
          <p:spPr>
            <a:xfrm>
              <a:off x="3932586" y="3387777"/>
              <a:ext cx="1470990" cy="60297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前端输出</a:t>
              </a: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F1E79482-0F80-6F37-DDE9-0DCF156A2A34}"/>
                </a:ext>
              </a:extLst>
            </p:cNvPr>
            <p:cNvSpPr/>
            <p:nvPr/>
          </p:nvSpPr>
          <p:spPr>
            <a:xfrm>
              <a:off x="4290392" y="1779103"/>
              <a:ext cx="1848677" cy="60297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渲染管线</a:t>
              </a:r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76069855-DB37-31E7-642E-6ABCF9DB2B75}"/>
                </a:ext>
              </a:extLst>
            </p:cNvPr>
            <p:cNvSpPr/>
            <p:nvPr/>
          </p:nvSpPr>
          <p:spPr>
            <a:xfrm>
              <a:off x="6705600" y="1779103"/>
              <a:ext cx="1470991" cy="60297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片元混合</a:t>
              </a:r>
            </a:p>
          </p:txBody>
        </p: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1175D669-BE5F-2931-C4A1-B9354AB94516}"/>
                </a:ext>
              </a:extLst>
            </p:cNvPr>
            <p:cNvCxnSpPr>
              <a:cxnSpLocks/>
              <a:stCxn id="4" idx="3"/>
              <a:endCxn id="10" idx="1"/>
            </p:cNvCxnSpPr>
            <p:nvPr/>
          </p:nvCxnSpPr>
          <p:spPr>
            <a:xfrm>
              <a:off x="3723861" y="2080590"/>
              <a:ext cx="566531" cy="0"/>
            </a:xfrm>
            <a:prstGeom prst="straightConnector1">
              <a:avLst/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F1B122BB-D2A2-6F03-0396-7D7C5CD22E61}"/>
                </a:ext>
              </a:extLst>
            </p:cNvPr>
            <p:cNvCxnSpPr>
              <a:cxnSpLocks/>
              <a:stCxn id="10" idx="3"/>
              <a:endCxn id="11" idx="1"/>
            </p:cNvCxnSpPr>
            <p:nvPr/>
          </p:nvCxnSpPr>
          <p:spPr>
            <a:xfrm>
              <a:off x="6139069" y="2080590"/>
              <a:ext cx="566531" cy="0"/>
            </a:xfrm>
            <a:prstGeom prst="straightConnector1">
              <a:avLst/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3CA1EB95-3DBF-7165-D4C7-1625A08F896D}"/>
                </a:ext>
              </a:extLst>
            </p:cNvPr>
            <p:cNvCxnSpPr>
              <a:stCxn id="7" idx="1"/>
              <a:endCxn id="8" idx="3"/>
            </p:cNvCxnSpPr>
            <p:nvPr/>
          </p:nvCxnSpPr>
          <p:spPr>
            <a:xfrm flipH="1">
              <a:off x="5403576" y="3689264"/>
              <a:ext cx="924338" cy="0"/>
            </a:xfrm>
            <a:prstGeom prst="straightConnector1">
              <a:avLst/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连接符: 肘形 33">
              <a:extLst>
                <a:ext uri="{FF2B5EF4-FFF2-40B4-BE49-F238E27FC236}">
                  <a16:creationId xmlns:a16="http://schemas.microsoft.com/office/drawing/2014/main" id="{41B391D0-9CA9-C2E0-07F1-0FEEFBF86F7C}"/>
                </a:ext>
              </a:extLst>
            </p:cNvPr>
            <p:cNvCxnSpPr>
              <a:stCxn id="8" idx="1"/>
              <a:endCxn id="4" idx="2"/>
            </p:cNvCxnSpPr>
            <p:nvPr/>
          </p:nvCxnSpPr>
          <p:spPr>
            <a:xfrm rot="10800000">
              <a:off x="2988366" y="2382078"/>
              <a:ext cx="944220" cy="1307187"/>
            </a:xfrm>
            <a:prstGeom prst="bentConnector2">
              <a:avLst/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连接符: 肘形 44">
              <a:extLst>
                <a:ext uri="{FF2B5EF4-FFF2-40B4-BE49-F238E27FC236}">
                  <a16:creationId xmlns:a16="http://schemas.microsoft.com/office/drawing/2014/main" id="{19194ED0-76A9-3C65-A1E6-47ED495998C1}"/>
                </a:ext>
              </a:extLst>
            </p:cNvPr>
            <p:cNvCxnSpPr>
              <a:cxnSpLocks/>
              <a:stCxn id="11" idx="3"/>
              <a:endCxn id="7" idx="3"/>
            </p:cNvCxnSpPr>
            <p:nvPr/>
          </p:nvCxnSpPr>
          <p:spPr>
            <a:xfrm>
              <a:off x="8176591" y="2080590"/>
              <a:ext cx="12700" cy="1608674"/>
            </a:xfrm>
            <a:prstGeom prst="bentConnector3">
              <a:avLst>
                <a:gd name="adj1" fmla="val 3017646"/>
              </a:avLst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61523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413DB-40C4-9D43-2840-4EB8F45B7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4F1BAA8-2460-6A51-BA1E-D0750FA80171}"/>
              </a:ext>
            </a:extLst>
          </p:cNvPr>
          <p:cNvSpPr txBox="1"/>
          <p:nvPr/>
        </p:nvSpPr>
        <p:spPr>
          <a:xfrm>
            <a:off x="251791" y="152400"/>
            <a:ext cx="1550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process_lv1</a:t>
            </a:r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A85CDB3-901F-2BD5-3DAF-E9F232021833}"/>
              </a:ext>
            </a:extLst>
          </p:cNvPr>
          <p:cNvGrpSpPr/>
          <p:nvPr/>
        </p:nvGrpSpPr>
        <p:grpSpPr>
          <a:xfrm>
            <a:off x="1892492" y="2526200"/>
            <a:ext cx="8035720" cy="2332381"/>
            <a:chOff x="1374780" y="1840400"/>
            <a:chExt cx="8035720" cy="2332381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ECBE13BC-BA84-C713-ADF9-433FCE0F2A0F}"/>
                </a:ext>
              </a:extLst>
            </p:cNvPr>
            <p:cNvSpPr/>
            <p:nvPr/>
          </p:nvSpPr>
          <p:spPr>
            <a:xfrm>
              <a:off x="6930887" y="3569807"/>
              <a:ext cx="1470991" cy="60297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清空帧缓冲</a:t>
              </a: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B943D7B7-D8BF-B093-86AC-5017CCE0A2A1}"/>
                </a:ext>
              </a:extLst>
            </p:cNvPr>
            <p:cNvSpPr/>
            <p:nvPr/>
          </p:nvSpPr>
          <p:spPr>
            <a:xfrm>
              <a:off x="2471528" y="3569807"/>
              <a:ext cx="1848677" cy="60297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前端加载帧缓冲</a:t>
              </a: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200C96F7-7FAE-7DA1-B980-E75186FFCF57}"/>
                </a:ext>
              </a:extLst>
            </p:cNvPr>
            <p:cNvSpPr/>
            <p:nvPr/>
          </p:nvSpPr>
          <p:spPr>
            <a:xfrm>
              <a:off x="4890051" y="3569807"/>
              <a:ext cx="1470990" cy="60297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前端输出</a:t>
              </a: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4DD0645E-8F85-263F-5D19-81B2D306993D}"/>
                </a:ext>
              </a:extLst>
            </p:cNvPr>
            <p:cNvSpPr/>
            <p:nvPr/>
          </p:nvSpPr>
          <p:spPr>
            <a:xfrm>
              <a:off x="2471528" y="1840400"/>
              <a:ext cx="2173359" cy="60297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渲染管线</a:t>
              </a: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6D3E0B4B-FA6B-3A10-8FBB-EA0E36FE4EB8}"/>
                </a:ext>
              </a:extLst>
            </p:cNvPr>
            <p:cNvSpPr/>
            <p:nvPr/>
          </p:nvSpPr>
          <p:spPr>
            <a:xfrm>
              <a:off x="6228520" y="1840400"/>
              <a:ext cx="2173358" cy="60297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片元混合</a:t>
              </a:r>
            </a:p>
          </p:txBody>
        </p: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C43427A8-A512-0507-592F-0D96E1626AC7}"/>
                </a:ext>
              </a:extLst>
            </p:cNvPr>
            <p:cNvCxnSpPr>
              <a:cxnSpLocks/>
              <a:stCxn id="16" idx="3"/>
              <a:endCxn id="17" idx="1"/>
            </p:cNvCxnSpPr>
            <p:nvPr/>
          </p:nvCxnSpPr>
          <p:spPr>
            <a:xfrm>
              <a:off x="4644887" y="2141887"/>
              <a:ext cx="1583633" cy="0"/>
            </a:xfrm>
            <a:prstGeom prst="straightConnector1">
              <a:avLst/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55A45D5F-9586-4728-D61E-A429831B3E19}"/>
                </a:ext>
              </a:extLst>
            </p:cNvPr>
            <p:cNvCxnSpPr>
              <a:cxnSpLocks/>
              <a:stCxn id="14" idx="3"/>
              <a:endCxn id="15" idx="1"/>
            </p:cNvCxnSpPr>
            <p:nvPr/>
          </p:nvCxnSpPr>
          <p:spPr>
            <a:xfrm>
              <a:off x="4320205" y="3871294"/>
              <a:ext cx="569846" cy="0"/>
            </a:xfrm>
            <a:prstGeom prst="straightConnector1">
              <a:avLst/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26D26DB7-4399-2177-1092-EE7CCA3071BB}"/>
                </a:ext>
              </a:extLst>
            </p:cNvPr>
            <p:cNvCxnSpPr>
              <a:cxnSpLocks/>
              <a:stCxn id="15" idx="3"/>
              <a:endCxn id="2" idx="1"/>
            </p:cNvCxnSpPr>
            <p:nvPr/>
          </p:nvCxnSpPr>
          <p:spPr>
            <a:xfrm>
              <a:off x="6361041" y="3871294"/>
              <a:ext cx="569846" cy="0"/>
            </a:xfrm>
            <a:prstGeom prst="straightConnector1">
              <a:avLst/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连接符: 肘形 10">
              <a:extLst>
                <a:ext uri="{FF2B5EF4-FFF2-40B4-BE49-F238E27FC236}">
                  <a16:creationId xmlns:a16="http://schemas.microsoft.com/office/drawing/2014/main" id="{D7969B2F-1320-B550-6D85-F9144D5332D7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 flipV="1">
              <a:off x="1374780" y="2141887"/>
              <a:ext cx="1096748" cy="864704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连接符: 肘形 17">
              <a:extLst>
                <a:ext uri="{FF2B5EF4-FFF2-40B4-BE49-F238E27FC236}">
                  <a16:creationId xmlns:a16="http://schemas.microsoft.com/office/drawing/2014/main" id="{C44D0F32-5F22-10D0-C23B-D76974CEEC97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>
              <a:off x="1374780" y="3006591"/>
              <a:ext cx="1096748" cy="864703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连接符: 肘形 23">
              <a:extLst>
                <a:ext uri="{FF2B5EF4-FFF2-40B4-BE49-F238E27FC236}">
                  <a16:creationId xmlns:a16="http://schemas.microsoft.com/office/drawing/2014/main" id="{4327EBD7-2D2C-164A-8ABF-6B145868D879}"/>
                </a:ext>
              </a:extLst>
            </p:cNvPr>
            <p:cNvCxnSpPr>
              <a:cxnSpLocks/>
              <a:stCxn id="2" idx="3"/>
            </p:cNvCxnSpPr>
            <p:nvPr/>
          </p:nvCxnSpPr>
          <p:spPr>
            <a:xfrm flipV="1">
              <a:off x="8401878" y="3006590"/>
              <a:ext cx="1008622" cy="864704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连接符: 肘形 26">
              <a:extLst>
                <a:ext uri="{FF2B5EF4-FFF2-40B4-BE49-F238E27FC236}">
                  <a16:creationId xmlns:a16="http://schemas.microsoft.com/office/drawing/2014/main" id="{0DC4CB77-86E8-023B-649D-B951C06C6B53}"/>
                </a:ext>
              </a:extLst>
            </p:cNvPr>
            <p:cNvCxnSpPr>
              <a:cxnSpLocks/>
              <a:stCxn id="17" idx="3"/>
            </p:cNvCxnSpPr>
            <p:nvPr/>
          </p:nvCxnSpPr>
          <p:spPr>
            <a:xfrm>
              <a:off x="8401878" y="2141887"/>
              <a:ext cx="1008622" cy="864703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D2D5D57E-F223-4AAA-FC02-C54BE51E531F}"/>
                </a:ext>
              </a:extLst>
            </p:cNvPr>
            <p:cNvCxnSpPr/>
            <p:nvPr/>
          </p:nvCxnSpPr>
          <p:spPr>
            <a:xfrm>
              <a:off x="1374780" y="2817614"/>
              <a:ext cx="0" cy="377952"/>
            </a:xfrm>
            <a:prstGeom prst="line">
              <a:avLst/>
            </a:prstGeom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42318699-94D4-5F37-1EAF-241AF43C1C8A}"/>
                </a:ext>
              </a:extLst>
            </p:cNvPr>
            <p:cNvCxnSpPr/>
            <p:nvPr/>
          </p:nvCxnSpPr>
          <p:spPr>
            <a:xfrm>
              <a:off x="9410500" y="2817614"/>
              <a:ext cx="0" cy="377952"/>
            </a:xfrm>
            <a:prstGeom prst="line">
              <a:avLst/>
            </a:prstGeom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415401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4DEC2-5098-8D5C-1E0D-025F991B3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AE79259-F567-F93B-1940-5276A0CE871E}"/>
              </a:ext>
            </a:extLst>
          </p:cNvPr>
          <p:cNvSpPr txBox="1"/>
          <p:nvPr/>
        </p:nvSpPr>
        <p:spPr>
          <a:xfrm>
            <a:off x="251791" y="152400"/>
            <a:ext cx="1550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process_lv2</a:t>
            </a:r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218553F-F591-ADF2-5064-8C75CDA92A38}"/>
              </a:ext>
            </a:extLst>
          </p:cNvPr>
          <p:cNvGrpSpPr/>
          <p:nvPr/>
        </p:nvGrpSpPr>
        <p:grpSpPr>
          <a:xfrm>
            <a:off x="2853956" y="2024270"/>
            <a:ext cx="7130335" cy="2809459"/>
            <a:chOff x="1374780" y="1840399"/>
            <a:chExt cx="7130335" cy="2809459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CCCB060F-5707-003D-CCCC-DA3263160EE3}"/>
                </a:ext>
              </a:extLst>
            </p:cNvPr>
            <p:cNvSpPr/>
            <p:nvPr/>
          </p:nvSpPr>
          <p:spPr>
            <a:xfrm>
              <a:off x="5400263" y="4046884"/>
              <a:ext cx="1470990" cy="60297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清空帧缓冲</a:t>
              </a: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AD13D0A4-0C02-B8C4-340C-E48EED610D71}"/>
                </a:ext>
              </a:extLst>
            </p:cNvPr>
            <p:cNvSpPr/>
            <p:nvPr/>
          </p:nvSpPr>
          <p:spPr>
            <a:xfrm>
              <a:off x="2471528" y="3569807"/>
              <a:ext cx="1848677" cy="60297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前端加载帧缓冲</a:t>
              </a: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91FA00F3-2C5B-F748-13C9-67468DE89A2F}"/>
                </a:ext>
              </a:extLst>
            </p:cNvPr>
            <p:cNvSpPr/>
            <p:nvPr/>
          </p:nvSpPr>
          <p:spPr>
            <a:xfrm>
              <a:off x="5393636" y="3067879"/>
              <a:ext cx="1470990" cy="60297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前端输出</a:t>
              </a: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4D333C60-EB91-1201-E472-69F3169D4E3A}"/>
                </a:ext>
              </a:extLst>
            </p:cNvPr>
            <p:cNvSpPr/>
            <p:nvPr/>
          </p:nvSpPr>
          <p:spPr>
            <a:xfrm>
              <a:off x="2471528" y="1840400"/>
              <a:ext cx="1848677" cy="60297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渲染管线</a:t>
              </a: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FA8283B0-0796-C1A3-C2D0-A9AABC154A31}"/>
                </a:ext>
              </a:extLst>
            </p:cNvPr>
            <p:cNvSpPr/>
            <p:nvPr/>
          </p:nvSpPr>
          <p:spPr>
            <a:xfrm>
              <a:off x="5042452" y="1840399"/>
              <a:ext cx="2173358" cy="60297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片元混合</a:t>
              </a:r>
            </a:p>
          </p:txBody>
        </p: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F50040F2-3C67-2C5B-FF46-082E1C774321}"/>
                </a:ext>
              </a:extLst>
            </p:cNvPr>
            <p:cNvCxnSpPr>
              <a:cxnSpLocks/>
              <a:stCxn id="16" idx="3"/>
              <a:endCxn id="17" idx="1"/>
            </p:cNvCxnSpPr>
            <p:nvPr/>
          </p:nvCxnSpPr>
          <p:spPr>
            <a:xfrm flipV="1">
              <a:off x="4320205" y="2141886"/>
              <a:ext cx="722247" cy="1"/>
            </a:xfrm>
            <a:prstGeom prst="straightConnector1">
              <a:avLst/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连接符: 肘形 10">
              <a:extLst>
                <a:ext uri="{FF2B5EF4-FFF2-40B4-BE49-F238E27FC236}">
                  <a16:creationId xmlns:a16="http://schemas.microsoft.com/office/drawing/2014/main" id="{1C8E52EC-DFBE-9BE2-98EA-943413DF82C5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 flipV="1">
              <a:off x="1386442" y="2141887"/>
              <a:ext cx="1085086" cy="864704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连接符: 肘形 17">
              <a:extLst>
                <a:ext uri="{FF2B5EF4-FFF2-40B4-BE49-F238E27FC236}">
                  <a16:creationId xmlns:a16="http://schemas.microsoft.com/office/drawing/2014/main" id="{F105CC38-776F-1565-D3E2-0C9BF6040EE5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>
              <a:off x="1386442" y="3006591"/>
              <a:ext cx="1085086" cy="864703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连接符: 肘形 26">
              <a:extLst>
                <a:ext uri="{FF2B5EF4-FFF2-40B4-BE49-F238E27FC236}">
                  <a16:creationId xmlns:a16="http://schemas.microsoft.com/office/drawing/2014/main" id="{B9823A17-772D-DC2D-DFA8-6B8364961280}"/>
                </a:ext>
              </a:extLst>
            </p:cNvPr>
            <p:cNvCxnSpPr>
              <a:cxnSpLocks/>
              <a:stCxn id="17" idx="3"/>
            </p:cNvCxnSpPr>
            <p:nvPr/>
          </p:nvCxnSpPr>
          <p:spPr>
            <a:xfrm>
              <a:off x="7215810" y="2141886"/>
              <a:ext cx="1289305" cy="864704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连接符: 肘形 7">
              <a:extLst>
                <a:ext uri="{FF2B5EF4-FFF2-40B4-BE49-F238E27FC236}">
                  <a16:creationId xmlns:a16="http://schemas.microsoft.com/office/drawing/2014/main" id="{40A1D99B-01AA-FF1E-AD18-A2468C67A840}"/>
                </a:ext>
              </a:extLst>
            </p:cNvPr>
            <p:cNvCxnSpPr>
              <a:cxnSpLocks/>
              <a:stCxn id="14" idx="3"/>
              <a:endCxn id="2" idx="1"/>
            </p:cNvCxnSpPr>
            <p:nvPr/>
          </p:nvCxnSpPr>
          <p:spPr>
            <a:xfrm>
              <a:off x="4320205" y="3871294"/>
              <a:ext cx="1080058" cy="477077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连接符: 肘形 12">
              <a:extLst>
                <a:ext uri="{FF2B5EF4-FFF2-40B4-BE49-F238E27FC236}">
                  <a16:creationId xmlns:a16="http://schemas.microsoft.com/office/drawing/2014/main" id="{CC5941EB-BDA9-71DE-6141-EB9FEAB2F8E8}"/>
                </a:ext>
              </a:extLst>
            </p:cNvPr>
            <p:cNvCxnSpPr>
              <a:cxnSpLocks/>
              <a:stCxn id="14" idx="3"/>
              <a:endCxn id="15" idx="1"/>
            </p:cNvCxnSpPr>
            <p:nvPr/>
          </p:nvCxnSpPr>
          <p:spPr>
            <a:xfrm flipV="1">
              <a:off x="4320205" y="3369366"/>
              <a:ext cx="1073431" cy="501928"/>
            </a:xfrm>
            <a:prstGeom prst="bentConnector3">
              <a:avLst>
                <a:gd name="adj1" fmla="val 50355"/>
              </a:avLst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连接符: 肘形 29">
              <a:extLst>
                <a:ext uri="{FF2B5EF4-FFF2-40B4-BE49-F238E27FC236}">
                  <a16:creationId xmlns:a16="http://schemas.microsoft.com/office/drawing/2014/main" id="{50B3BA9E-D8AC-F17F-F345-A3D6384285B7}"/>
                </a:ext>
              </a:extLst>
            </p:cNvPr>
            <p:cNvCxnSpPr>
              <a:cxnSpLocks/>
              <a:stCxn id="15" idx="3"/>
              <a:endCxn id="2" idx="3"/>
            </p:cNvCxnSpPr>
            <p:nvPr/>
          </p:nvCxnSpPr>
          <p:spPr>
            <a:xfrm>
              <a:off x="6864626" y="3369366"/>
              <a:ext cx="6627" cy="979005"/>
            </a:xfrm>
            <a:prstGeom prst="bentConnector3">
              <a:avLst>
                <a:gd name="adj1" fmla="val 7113038"/>
              </a:avLst>
            </a:prstGeom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连接符: 肘形 37">
              <a:extLst>
                <a:ext uri="{FF2B5EF4-FFF2-40B4-BE49-F238E27FC236}">
                  <a16:creationId xmlns:a16="http://schemas.microsoft.com/office/drawing/2014/main" id="{0C327F28-FD8A-DDED-0A1D-DEA6A7B7A6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6630" y="3006590"/>
              <a:ext cx="1178485" cy="844821"/>
            </a:xfrm>
            <a:prstGeom prst="bentConnector3">
              <a:avLst>
                <a:gd name="adj1" fmla="val 45312"/>
              </a:avLst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A2E54DA4-EE1A-5593-0F1E-76052F23B152}"/>
                </a:ext>
              </a:extLst>
            </p:cNvPr>
            <p:cNvCxnSpPr/>
            <p:nvPr/>
          </p:nvCxnSpPr>
          <p:spPr>
            <a:xfrm>
              <a:off x="1374780" y="2817614"/>
              <a:ext cx="0" cy="377952"/>
            </a:xfrm>
            <a:prstGeom prst="line">
              <a:avLst/>
            </a:prstGeom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0722EF81-2F8C-74D9-02F8-B0DC51E77C87}"/>
                </a:ext>
              </a:extLst>
            </p:cNvPr>
            <p:cNvCxnSpPr/>
            <p:nvPr/>
          </p:nvCxnSpPr>
          <p:spPr>
            <a:xfrm>
              <a:off x="8505115" y="2817614"/>
              <a:ext cx="0" cy="377952"/>
            </a:xfrm>
            <a:prstGeom prst="line">
              <a:avLst/>
            </a:prstGeom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682733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5160C-8DC9-A223-517C-8C7EE8B4F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58C3479-18F5-B7F5-B856-A44350404241}"/>
              </a:ext>
            </a:extLst>
          </p:cNvPr>
          <p:cNvSpPr txBox="1"/>
          <p:nvPr/>
        </p:nvSpPr>
        <p:spPr>
          <a:xfrm>
            <a:off x="251791" y="152400"/>
            <a:ext cx="1550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process_lv3</a:t>
            </a:r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D1E2005-B740-32C3-D2C3-265476B21A80}"/>
              </a:ext>
            </a:extLst>
          </p:cNvPr>
          <p:cNvGrpSpPr/>
          <p:nvPr/>
        </p:nvGrpSpPr>
        <p:grpSpPr>
          <a:xfrm>
            <a:off x="3067325" y="2102616"/>
            <a:ext cx="6548833" cy="2935355"/>
            <a:chOff x="1386442" y="1840399"/>
            <a:chExt cx="6548833" cy="2935355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387CF4AD-D313-BE30-A4A7-EDC2ABBE3AC3}"/>
                </a:ext>
              </a:extLst>
            </p:cNvPr>
            <p:cNvSpPr/>
            <p:nvPr/>
          </p:nvSpPr>
          <p:spPr>
            <a:xfrm>
              <a:off x="3756989" y="4172780"/>
              <a:ext cx="1848677" cy="60297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清空帧缓冲</a:t>
              </a: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2B0F81D6-6F4C-160E-B129-9E8A6BC145AE}"/>
                </a:ext>
              </a:extLst>
            </p:cNvPr>
            <p:cNvSpPr/>
            <p:nvPr/>
          </p:nvSpPr>
          <p:spPr>
            <a:xfrm>
              <a:off x="2471528" y="3006590"/>
              <a:ext cx="1848677" cy="60297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前端加载帧缓冲</a:t>
              </a: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9B3A8DE5-FD88-229F-3B3F-22B92D921006}"/>
                </a:ext>
              </a:extLst>
            </p:cNvPr>
            <p:cNvSpPr/>
            <p:nvPr/>
          </p:nvSpPr>
          <p:spPr>
            <a:xfrm>
              <a:off x="5042451" y="3006590"/>
              <a:ext cx="1848677" cy="60297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前端输出</a:t>
              </a: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DD530E63-3796-B91A-38A0-9A5C3BD33D7E}"/>
                </a:ext>
              </a:extLst>
            </p:cNvPr>
            <p:cNvSpPr/>
            <p:nvPr/>
          </p:nvSpPr>
          <p:spPr>
            <a:xfrm>
              <a:off x="2471528" y="1840400"/>
              <a:ext cx="1848677" cy="60297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渲染管线</a:t>
              </a: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8AB98A6D-A069-7C07-63B5-A0E3E687BD1B}"/>
                </a:ext>
              </a:extLst>
            </p:cNvPr>
            <p:cNvSpPr/>
            <p:nvPr/>
          </p:nvSpPr>
          <p:spPr>
            <a:xfrm>
              <a:off x="5042452" y="1840399"/>
              <a:ext cx="1848677" cy="60297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片元混合</a:t>
              </a:r>
            </a:p>
          </p:txBody>
        </p: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F25F19EE-47F4-0123-80DD-90D663803228}"/>
                </a:ext>
              </a:extLst>
            </p:cNvPr>
            <p:cNvCxnSpPr>
              <a:cxnSpLocks/>
              <a:stCxn id="16" idx="3"/>
              <a:endCxn id="17" idx="1"/>
            </p:cNvCxnSpPr>
            <p:nvPr/>
          </p:nvCxnSpPr>
          <p:spPr>
            <a:xfrm flipV="1">
              <a:off x="4320205" y="2141886"/>
              <a:ext cx="722247" cy="1"/>
            </a:xfrm>
            <a:prstGeom prst="straightConnector1">
              <a:avLst/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连接符: 肘形 10">
              <a:extLst>
                <a:ext uri="{FF2B5EF4-FFF2-40B4-BE49-F238E27FC236}">
                  <a16:creationId xmlns:a16="http://schemas.microsoft.com/office/drawing/2014/main" id="{BE155A07-A978-0224-3E38-74C5C66EBEA9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 flipV="1">
              <a:off x="1386442" y="2141887"/>
              <a:ext cx="1085086" cy="1166190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连接符: 肘形 17">
              <a:extLst>
                <a:ext uri="{FF2B5EF4-FFF2-40B4-BE49-F238E27FC236}">
                  <a16:creationId xmlns:a16="http://schemas.microsoft.com/office/drawing/2014/main" id="{6B66CC6A-87ED-E0D0-C807-7754A0A8221B}"/>
                </a:ext>
              </a:extLst>
            </p:cNvPr>
            <p:cNvCxnSpPr>
              <a:cxnSpLocks/>
              <a:endCxn id="2" idx="1"/>
            </p:cNvCxnSpPr>
            <p:nvPr/>
          </p:nvCxnSpPr>
          <p:spPr>
            <a:xfrm>
              <a:off x="1386442" y="3308077"/>
              <a:ext cx="2370547" cy="1166190"/>
            </a:xfrm>
            <a:prstGeom prst="bentConnector3">
              <a:avLst>
                <a:gd name="adj1" fmla="val 22883"/>
              </a:avLst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连接符: 肘形 26">
              <a:extLst>
                <a:ext uri="{FF2B5EF4-FFF2-40B4-BE49-F238E27FC236}">
                  <a16:creationId xmlns:a16="http://schemas.microsoft.com/office/drawing/2014/main" id="{F2029996-AF60-EEA8-71FA-7B0115792DF5}"/>
                </a:ext>
              </a:extLst>
            </p:cNvPr>
            <p:cNvCxnSpPr>
              <a:cxnSpLocks/>
              <a:stCxn id="17" idx="3"/>
            </p:cNvCxnSpPr>
            <p:nvPr/>
          </p:nvCxnSpPr>
          <p:spPr>
            <a:xfrm>
              <a:off x="6891129" y="2141886"/>
              <a:ext cx="1044146" cy="1166191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F37B9CF0-6F4B-FCB6-0AA9-13F311C6F4F8}"/>
                </a:ext>
              </a:extLst>
            </p:cNvPr>
            <p:cNvCxnSpPr>
              <a:cxnSpLocks/>
              <a:stCxn id="14" idx="3"/>
              <a:endCxn id="15" idx="1"/>
            </p:cNvCxnSpPr>
            <p:nvPr/>
          </p:nvCxnSpPr>
          <p:spPr>
            <a:xfrm>
              <a:off x="4320205" y="3308077"/>
              <a:ext cx="722246" cy="0"/>
            </a:xfrm>
            <a:prstGeom prst="straightConnector1">
              <a:avLst/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连接符: 肘形 27">
              <a:extLst>
                <a:ext uri="{FF2B5EF4-FFF2-40B4-BE49-F238E27FC236}">
                  <a16:creationId xmlns:a16="http://schemas.microsoft.com/office/drawing/2014/main" id="{C0C0C97B-C7E6-D790-4161-ADB9785B8FE1}"/>
                </a:ext>
              </a:extLst>
            </p:cNvPr>
            <p:cNvCxnSpPr>
              <a:cxnSpLocks/>
              <a:stCxn id="2" idx="3"/>
            </p:cNvCxnSpPr>
            <p:nvPr/>
          </p:nvCxnSpPr>
          <p:spPr>
            <a:xfrm flipV="1">
              <a:off x="5605666" y="3308077"/>
              <a:ext cx="2329609" cy="1166190"/>
            </a:xfrm>
            <a:prstGeom prst="bentConnector3">
              <a:avLst>
                <a:gd name="adj1" fmla="val 77558"/>
              </a:avLst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76EA2D99-3BF1-2965-B643-42B2FC85F878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>
              <a:off x="1386442" y="3308077"/>
              <a:ext cx="1085086" cy="0"/>
            </a:xfrm>
            <a:prstGeom prst="straightConnector1">
              <a:avLst/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791E2A02-5F22-5EB5-7A4A-C90CEEC665B7}"/>
                </a:ext>
              </a:extLst>
            </p:cNvPr>
            <p:cNvCxnSpPr>
              <a:cxnSpLocks/>
              <a:stCxn id="15" idx="3"/>
            </p:cNvCxnSpPr>
            <p:nvPr/>
          </p:nvCxnSpPr>
          <p:spPr>
            <a:xfrm>
              <a:off x="6891128" y="3308077"/>
              <a:ext cx="1044147" cy="0"/>
            </a:xfrm>
            <a:prstGeom prst="straightConnector1">
              <a:avLst/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248BC04D-3746-B882-54F4-5FE66925D25E}"/>
                </a:ext>
              </a:extLst>
            </p:cNvPr>
            <p:cNvCxnSpPr/>
            <p:nvPr/>
          </p:nvCxnSpPr>
          <p:spPr>
            <a:xfrm>
              <a:off x="1386442" y="3119101"/>
              <a:ext cx="0" cy="377952"/>
            </a:xfrm>
            <a:prstGeom prst="line">
              <a:avLst/>
            </a:prstGeom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92550061-A610-37E4-A7D3-C497D6C363A2}"/>
                </a:ext>
              </a:extLst>
            </p:cNvPr>
            <p:cNvCxnSpPr/>
            <p:nvPr/>
          </p:nvCxnSpPr>
          <p:spPr>
            <a:xfrm>
              <a:off x="7935275" y="3119101"/>
              <a:ext cx="0" cy="377952"/>
            </a:xfrm>
            <a:prstGeom prst="line">
              <a:avLst/>
            </a:prstGeom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114922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42612-A52C-BCCE-CFA1-0F52A6E35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18B4D46-C190-4903-C7E3-8CB4B4BFDD43}"/>
              </a:ext>
            </a:extLst>
          </p:cNvPr>
          <p:cNvSpPr txBox="1"/>
          <p:nvPr/>
        </p:nvSpPr>
        <p:spPr>
          <a:xfrm>
            <a:off x="251791" y="152400"/>
            <a:ext cx="1550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process_lv4</a:t>
            </a:r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3B20639-BC58-9EDD-29E2-36668EEAB09C}"/>
              </a:ext>
            </a:extLst>
          </p:cNvPr>
          <p:cNvGrpSpPr/>
          <p:nvPr/>
        </p:nvGrpSpPr>
        <p:grpSpPr>
          <a:xfrm>
            <a:off x="3426677" y="1813506"/>
            <a:ext cx="5338645" cy="3753674"/>
            <a:chOff x="1383526" y="1840400"/>
            <a:chExt cx="5338645" cy="3753674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5923F7BD-5D23-221C-FA8E-2C4121052BA4}"/>
                </a:ext>
              </a:extLst>
            </p:cNvPr>
            <p:cNvSpPr/>
            <p:nvPr/>
          </p:nvSpPr>
          <p:spPr>
            <a:xfrm>
              <a:off x="3134132" y="4991100"/>
              <a:ext cx="1848677" cy="60297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清空帧缓冲</a:t>
              </a: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C7C74419-3907-8098-3640-CD987A5C220E}"/>
                </a:ext>
              </a:extLst>
            </p:cNvPr>
            <p:cNvSpPr/>
            <p:nvPr/>
          </p:nvSpPr>
          <p:spPr>
            <a:xfrm>
              <a:off x="3134132" y="2890634"/>
              <a:ext cx="1848677" cy="60297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前端加载帧缓冲</a:t>
              </a: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6460B0A2-55E2-7CC8-A7B4-955AC81272FB}"/>
                </a:ext>
              </a:extLst>
            </p:cNvPr>
            <p:cNvSpPr/>
            <p:nvPr/>
          </p:nvSpPr>
          <p:spPr>
            <a:xfrm>
              <a:off x="3134132" y="3940867"/>
              <a:ext cx="1848677" cy="60297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前端输出</a:t>
              </a: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74C7413D-3DA5-8AC1-C566-46992B34B8CE}"/>
                </a:ext>
              </a:extLst>
            </p:cNvPr>
            <p:cNvSpPr/>
            <p:nvPr/>
          </p:nvSpPr>
          <p:spPr>
            <a:xfrm>
              <a:off x="2471528" y="1840400"/>
              <a:ext cx="1285461" cy="60297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渲染管线</a:t>
              </a: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2ED887E7-9628-3800-C2AD-B57FE2D7C6B5}"/>
                </a:ext>
              </a:extLst>
            </p:cNvPr>
            <p:cNvSpPr/>
            <p:nvPr/>
          </p:nvSpPr>
          <p:spPr>
            <a:xfrm>
              <a:off x="4354925" y="1840400"/>
              <a:ext cx="1285462" cy="60297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片元混合</a:t>
              </a:r>
            </a:p>
          </p:txBody>
        </p: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3653FA50-FC69-4953-F3A4-37D09DDA78EC}"/>
                </a:ext>
              </a:extLst>
            </p:cNvPr>
            <p:cNvCxnSpPr>
              <a:cxnSpLocks/>
              <a:stCxn id="16" idx="3"/>
              <a:endCxn id="17" idx="1"/>
            </p:cNvCxnSpPr>
            <p:nvPr/>
          </p:nvCxnSpPr>
          <p:spPr>
            <a:xfrm>
              <a:off x="3756989" y="2141887"/>
              <a:ext cx="597936" cy="0"/>
            </a:xfrm>
            <a:prstGeom prst="straightConnector1">
              <a:avLst/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连接符: 肘形 10">
              <a:extLst>
                <a:ext uri="{FF2B5EF4-FFF2-40B4-BE49-F238E27FC236}">
                  <a16:creationId xmlns:a16="http://schemas.microsoft.com/office/drawing/2014/main" id="{7D98D4BB-8BA5-90BF-C716-52BDCB03A691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 flipV="1">
              <a:off x="1386442" y="2141887"/>
              <a:ext cx="1085086" cy="1575350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连接符: 肘形 17">
              <a:extLst>
                <a:ext uri="{FF2B5EF4-FFF2-40B4-BE49-F238E27FC236}">
                  <a16:creationId xmlns:a16="http://schemas.microsoft.com/office/drawing/2014/main" id="{EC29C425-773C-C30D-B648-89462D71F184}"/>
                </a:ext>
              </a:extLst>
            </p:cNvPr>
            <p:cNvCxnSpPr>
              <a:cxnSpLocks/>
              <a:endCxn id="2" idx="1"/>
            </p:cNvCxnSpPr>
            <p:nvPr/>
          </p:nvCxnSpPr>
          <p:spPr>
            <a:xfrm>
              <a:off x="1386442" y="3717237"/>
              <a:ext cx="1747690" cy="1575350"/>
            </a:xfrm>
            <a:prstGeom prst="bentConnector3">
              <a:avLst>
                <a:gd name="adj1" fmla="val 30925"/>
              </a:avLst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连接符: 肘形 26">
              <a:extLst>
                <a:ext uri="{FF2B5EF4-FFF2-40B4-BE49-F238E27FC236}">
                  <a16:creationId xmlns:a16="http://schemas.microsoft.com/office/drawing/2014/main" id="{595C5B81-8D3F-18F8-E200-F36B8F9CE3D8}"/>
                </a:ext>
              </a:extLst>
            </p:cNvPr>
            <p:cNvCxnSpPr>
              <a:cxnSpLocks/>
              <a:stCxn id="17" idx="3"/>
            </p:cNvCxnSpPr>
            <p:nvPr/>
          </p:nvCxnSpPr>
          <p:spPr>
            <a:xfrm>
              <a:off x="5640387" y="2141887"/>
              <a:ext cx="1081784" cy="1575350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连接符: 肘形 27">
              <a:extLst>
                <a:ext uri="{FF2B5EF4-FFF2-40B4-BE49-F238E27FC236}">
                  <a16:creationId xmlns:a16="http://schemas.microsoft.com/office/drawing/2014/main" id="{73A6A4B3-C6B3-77FC-473E-725BAF25A8E4}"/>
                </a:ext>
              </a:extLst>
            </p:cNvPr>
            <p:cNvCxnSpPr>
              <a:cxnSpLocks/>
              <a:stCxn id="2" idx="3"/>
            </p:cNvCxnSpPr>
            <p:nvPr/>
          </p:nvCxnSpPr>
          <p:spPr>
            <a:xfrm flipV="1">
              <a:off x="4982809" y="3717237"/>
              <a:ext cx="1739362" cy="1575350"/>
            </a:xfrm>
            <a:prstGeom prst="bentConnector3">
              <a:avLst>
                <a:gd name="adj1" fmla="val 68838"/>
              </a:avLst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连接符: 肘形 49">
              <a:extLst>
                <a:ext uri="{FF2B5EF4-FFF2-40B4-BE49-F238E27FC236}">
                  <a16:creationId xmlns:a16="http://schemas.microsoft.com/office/drawing/2014/main" id="{B6FF749D-770A-107F-7AE7-050097F96771}"/>
                </a:ext>
              </a:extLst>
            </p:cNvPr>
            <p:cNvCxnSpPr>
              <a:cxnSpLocks/>
              <a:endCxn id="15" idx="1"/>
            </p:cNvCxnSpPr>
            <p:nvPr/>
          </p:nvCxnSpPr>
          <p:spPr>
            <a:xfrm>
              <a:off x="1386442" y="3717237"/>
              <a:ext cx="1747690" cy="525117"/>
            </a:xfrm>
            <a:prstGeom prst="bentConnector3">
              <a:avLst>
                <a:gd name="adj1" fmla="val 31034"/>
              </a:avLst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连接符: 肘形 52">
              <a:extLst>
                <a:ext uri="{FF2B5EF4-FFF2-40B4-BE49-F238E27FC236}">
                  <a16:creationId xmlns:a16="http://schemas.microsoft.com/office/drawing/2014/main" id="{45B6D528-4867-218D-920D-6925B44183BD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 flipV="1">
              <a:off x="1386442" y="3192121"/>
              <a:ext cx="1747690" cy="525116"/>
            </a:xfrm>
            <a:prstGeom prst="bentConnector3">
              <a:avLst>
                <a:gd name="adj1" fmla="val 31034"/>
              </a:avLst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连接符: 肘形 71">
              <a:extLst>
                <a:ext uri="{FF2B5EF4-FFF2-40B4-BE49-F238E27FC236}">
                  <a16:creationId xmlns:a16="http://schemas.microsoft.com/office/drawing/2014/main" id="{C453BACA-7B14-0D0B-8CD8-128C00B04735}"/>
                </a:ext>
              </a:extLst>
            </p:cNvPr>
            <p:cNvCxnSpPr>
              <a:cxnSpLocks/>
              <a:stCxn id="15" idx="3"/>
            </p:cNvCxnSpPr>
            <p:nvPr/>
          </p:nvCxnSpPr>
          <p:spPr>
            <a:xfrm flipV="1">
              <a:off x="4982809" y="3717237"/>
              <a:ext cx="1739362" cy="525117"/>
            </a:xfrm>
            <a:prstGeom prst="bentConnector3">
              <a:avLst>
                <a:gd name="adj1" fmla="val 68837"/>
              </a:avLst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连接符: 肘形 74">
              <a:extLst>
                <a:ext uri="{FF2B5EF4-FFF2-40B4-BE49-F238E27FC236}">
                  <a16:creationId xmlns:a16="http://schemas.microsoft.com/office/drawing/2014/main" id="{F6589543-F0D6-CB34-2E11-1938009330FF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>
              <a:off x="4982809" y="3192121"/>
              <a:ext cx="1739362" cy="525116"/>
            </a:xfrm>
            <a:prstGeom prst="bentConnector3">
              <a:avLst>
                <a:gd name="adj1" fmla="val 68838"/>
              </a:avLst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3D5B5461-DEE5-9848-216C-C4503D903A8A}"/>
                </a:ext>
              </a:extLst>
            </p:cNvPr>
            <p:cNvCxnSpPr/>
            <p:nvPr/>
          </p:nvCxnSpPr>
          <p:spPr>
            <a:xfrm>
              <a:off x="1383526" y="3528261"/>
              <a:ext cx="0" cy="377952"/>
            </a:xfrm>
            <a:prstGeom prst="line">
              <a:avLst/>
            </a:prstGeom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36E33DA9-9CE2-9CE8-988E-7E04F44B79B1}"/>
                </a:ext>
              </a:extLst>
            </p:cNvPr>
            <p:cNvCxnSpPr/>
            <p:nvPr/>
          </p:nvCxnSpPr>
          <p:spPr>
            <a:xfrm>
              <a:off x="6722171" y="3528261"/>
              <a:ext cx="0" cy="377952"/>
            </a:xfrm>
            <a:prstGeom prst="line">
              <a:avLst/>
            </a:prstGeom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45371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1591</TotalTime>
  <Words>363</Words>
  <Application>Microsoft Office PowerPoint</Application>
  <PresentationFormat>宽屏</PresentationFormat>
  <Paragraphs>205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等线</vt:lpstr>
      <vt:lpstr>等线 Light</vt:lpstr>
      <vt:lpstr>黑体</vt:lpstr>
      <vt:lpstr>微软雅黑</vt:lpstr>
      <vt:lpstr>Arial</vt:lpstr>
      <vt:lpstr>Cambria Math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wb q</dc:creator>
  <cp:lastModifiedBy>wb q</cp:lastModifiedBy>
  <cp:revision>215</cp:revision>
  <dcterms:created xsi:type="dcterms:W3CDTF">2025-04-09T06:54:03Z</dcterms:created>
  <dcterms:modified xsi:type="dcterms:W3CDTF">2025-05-25T15:26:43Z</dcterms:modified>
</cp:coreProperties>
</file>